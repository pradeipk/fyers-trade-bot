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21.4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81 24575,'-5'-20'0,"-2"-10"0,1 0-8191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23.1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132 127 24575,'-12'-46'0,"2"11"0,8 15 0,-2-5 0,3 43 0,2 100 0,-7 250 0,1-308 0,-2 0 0,-3 0 0,-3-1 0,-21 62 0,33-117-136,0-1-1,-1 0 1,1 0-1,-1 0 1,1 0-1,-1 0 1,0 0-1,0 0 0,-4 4 1,-2-2-6690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23.4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27 114 24575,'-2'-2'0,"-1"0"0,1 0 0,0-1 0,0 1 0,0-1 0,0 0 0,0 1 0,1-1 0,-1 0 0,1 0 0,-1 0 0,1 0 0,0 0 0,1-1 0,-2-4 0,2 6 0,1 1 0,-1-1 0,1 0 0,0 1 0,0-1 0,-1 1 0,1-1 0,0 1 0,0-1 0,0 1 0,0 0 0,1-1 0,-1 1 0,0 0 0,0 0 0,1 0 0,-1 0 0,1 0 0,-1 0 0,1 0 0,-1 1 0,1-1 0,0 1 0,-1-1 0,1 1 0,0-1 0,-1 1 0,1 0 0,0 0 0,2 0 0,131-18-455,-1 7 0,173 6 0,-276 6-6371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23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27 24575,'-5'5'0,"-1"6"0,-5 6 0,4 1 0,9-4 0,13-3 0,9-5 0,10-7 0,9-4 0,6-5 0,5-7 0,3 1 0,1-3 0,-5-2 0,-10 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25.6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113 581 24575,'-5'0'0,"0"0"0,0 0 0,0 0 0,0 1 0,0-1 0,1 1 0,-1 1 0,0-1 0,0 1 0,1 0 0,-1 0 0,1 0 0,0 0 0,-1 1 0,1 0 0,0 0 0,-3 3 0,4-2 0,0 0 0,0 1 0,0-1 0,1 0 0,0 1 0,0-1 0,0 1 0,1 0 0,-1 0 0,1-1 0,0 1 0,1 0 0,-1 0 0,1 0 0,0 0 0,0 0 0,1 6 0,2 18 0,0-1 0,2 1 0,17 51 0,-20-71 0,1-1 0,0-1 0,0 1 0,1 0 0,0-1 0,0 0 0,1 0 0,0 0 0,0 0 0,1-1 0,0 0 0,0 0 0,0 0 0,1-1 0,-1 0 0,1-1 0,15 8 0,-18-10 0,1-1 0,-1 0 0,0 0 0,1 0 0,-1 0 0,0-1 0,1 0 0,-1 0 0,1 0 0,-1 0 0,1-1 0,-1 0 0,0 1 0,1-2 0,5-1 0,-3-1 0,0 1 0,-1-1 0,1 0 0,-1-1 0,0 1 0,0-1 0,-1-1 0,8-7 0,3-9 0,0 0 0,-1-1 0,22-47 0,-26 42 0,0-2 0,-3 1 0,0-1 0,6-49 0,-6 30 0,-9 81 0,1 0 0,2 0 0,10 54 0,-7-51 0,-3-15 0,2 0 0,0 0 0,1 0 0,1-1 0,9 23 0,-13-39 0,0 0 0,-1 1 0,1-1 0,0 0 0,1 0 0,-1-1 0,0 1 0,1 0 0,0-1 0,-1 1 0,1-1 0,0 0 0,0 0 0,1 0 0,3 2 0,-4-4 0,1 1 0,-1-1 0,1 1 0,-1-1 0,1 0 0,-1 0 0,0 0 0,1-1 0,-1 1 0,1-1 0,-1 0 0,0 0 0,1 0 0,-1-1 0,0 1 0,0-1 0,0 1 0,0-1 0,4-3 0,9-7 0,-1-1 0,0-1 0,-1 0 0,0 0 0,-1-1 0,-1-1 0,-1-1 0,0 1 0,-1-2 0,0 1 0,-2-1 0,0-1 0,7-27 0,1-9 0,-4 0 0,-1-1 0,4-85 0,-9 52 0,-10-144 0,3 226 0,0 0 0,-1 0 0,1 1 0,-1-1 0,-1 0 0,-3-8 0,5 14 0,1 0 0,0 0 0,-1 0 0,0 1 0,1-1 0,-1 0 0,1 0 0,-1 1 0,0-1 0,0 0 0,1 1 0,-1-1 0,0 0 0,0 1 0,0-1 0,0 1 0,0-1 0,1 1 0,-1 0 0,-2-1 0,2 1 0,0 1 0,0-1 0,-1 0 0,1 1 0,0-1 0,0 1 0,0-1 0,0 1 0,0 0 0,0-1 0,0 1 0,0 0 0,0 0 0,0 0 0,0 0 0,0-1 0,1 1 0,-1 0 0,0 1 0,1-1 0,-2 2 0,-11 20 0,0 2 0,2 0 0,0 0 0,-12 47 0,-16 112 0,34-155 0,-4 23 0,2-1 0,-1 57 0,8-89 0,1 1 0,0-1 0,2 0 0,0 1 0,1-1 0,1 0 0,0-1 0,16 34 0,-18-47 0,0 0 0,0 1 0,0-1 0,0 0 0,1 0 0,0-1 0,0 1 0,0-1 0,1 0 0,0 0 0,-1-1 0,1 1 0,1-1 0,-1 0 0,0 0 0,1-1 0,-1 1 0,1-1 0,0 0 0,0-1 0,0 0 0,0 0 0,0 0 0,0 0 0,0-1 0,0 0 0,0 0 0,0-1 0,0 0 0,0 0 0,0 0 0,7-3 0,-1 0 0,-1 0 0,0-1 0,-1 0 0,1-1 0,-1 0 0,0 0 0,0-1 0,-1 0 0,0-1 0,0 0 0,-1-1 0,0 0 0,0 0 0,-1 0 0,10-19 0,-9 10 0,0 1 0,-1-2 0,-1 1 0,-1-1 0,5-34 0,-9 45 0,0 0 0,0 1 0,-1-1 0,0 0 0,0 0 0,-1 1 0,0-1 0,0 0 0,-1 1 0,0-1 0,0 1 0,-1 0 0,0 0 0,0 0 0,-1 0 0,0 0 0,-5-7 0,8 13 0,1 1 0,0 0 0,0-1 0,-1 1 0,1 0 0,0-1 0,-1 1 0,1 0 0,0-1 0,-1 1 0,1 0 0,-1 0 0,1-1 0,0 1 0,-1 0 0,1 0 0,-1 0 0,1 0 0,-1 0 0,1-1 0,-1 1 0,1 0 0,-1 0 0,1 0 0,-1 0 0,1 0 0,0 0 0,-1 1 0,1-1 0,-1 0 0,1 0 0,-1 0 0,1 0 0,-1 0 0,1 1 0,0-1 0,-1 0 0,1 0 0,-1 1 0,1-1 0,0 0 0,-1 1 0,1-1 0,0 0 0,-1 1 0,1-1 0,0 1 0,0-1 0,0 0 0,-1 1 0,1-1 0,0 1 0,0-1 0,0 1 0,0-1 0,0 1 0,-1-1 0,1 0 0,0 1 0,0-1 0,1 2 0,-7 31 0,6-30 0,-3 42 0,2 53 0,2-86 0,0 0 0,0 0 0,1 0 0,1 0 0,0 0 0,1 0 0,0-1 0,1 1 0,9 16 0,-13-26 0,0-1 0,-1 1 0,1-1 0,0 0 0,0 0 0,0 1 0,0-1 0,0 0 0,0 0 0,1 0 0,-1 0 0,0 0 0,0 0 0,1-1 0,-1 1 0,1 0 0,-1-1 0,0 1 0,1-1 0,-1 1 0,1-1 0,-1 0 0,1 1 0,0-1 0,-1 0 0,1 0 0,2-1 0,-1 0 0,0 0 0,0 0 0,0-1 0,-1 1 0,1-1 0,0 0 0,-1 0 0,1 0 0,-1 0 0,0 0 0,0-1 0,4-4 0,4-7 0,-1-1 0,0-1 0,12-30 0,-10 16 0,-7 19 0,0 0 0,0 0 0,1 0 0,1 0 0,8-12 0,-14 23 0,0 0 0,0 0 0,0-1 0,0 1 0,1 0 0,-1 0 0,0-1 0,0 1 0,0 0 0,1 0 0,-1 0 0,0-1 0,0 1 0,1 0 0,-1 0 0,0 0 0,0 0 0,1 0 0,-1-1 0,0 1 0,0 0 0,1 0 0,-1 0 0,0 0 0,1 0 0,-1 0 0,0 0 0,0 0 0,1 0 0,-1 0 0,0 0 0,1 0 0,-1 0 0,0 0 0,0 0 0,1 1 0,-1-1 0,0 0 0,0 0 0,1 0 0,-1 1 0,8 14 0,0 32 0,-7-37 0,4 19 0,-1 1 0,2 0 0,1 0 0,1-1 0,1 1 0,18 36 0,-27-65 0,1 1 0,0 0 0,-1-1 0,1 1 0,0-1 0,0 0 0,0 1 0,0-1 0,0 1 0,0-1 0,1 0 0,-1 0 0,0 0 0,1 0 0,-1 0 0,1 0 0,-1 0 0,1 0 0,-1-1 0,1 1 0,0 0 0,-1-1 0,1 0 0,0 1 0,2-1 0,-2 0 0,1-1 0,-1 0 0,1 1 0,-1-1 0,1 0 0,-1-1 0,0 1 0,0 0 0,0-1 0,1 1 0,-1-1 0,-1 0 0,1 1 0,0-1 0,1-2 0,6-7 0,-1 0 0,0-1 0,-1 0 0,0 0 0,5-16 0,1-5 0,-2-1 0,-1 0 0,-1-1 0,-3 1 0,0-2 0,-3 1 0,0-56 0,-3 88 0,-1-1 0,1 1 0,0-1 0,-1 1 0,0-1 0,0 1 0,0 0 0,0-1 0,0 1 0,-1 0 0,0 0 0,1 0 0,-1 0 0,0 0 0,-1 1 0,1-1 0,0 0 0,-1 1 0,1 0 0,-6-4 0,6 5 0,-1 0 0,1 0 0,-1 1 0,0-1 0,0 1 0,1-1 0,-1 1 0,0 0 0,0 0 0,1 0 0,-1 1 0,0-1 0,1 1 0,-1-1 0,0 1 0,1 0 0,-1 0 0,1 0 0,-1 0 0,1 0 0,-1 1 0,1-1 0,0 1 0,0 0 0,0 0 0,-3 2 0,-4 4 0,1 0 0,-1 0 0,1 1 0,0 1 0,1-1 0,0 1 0,1 1 0,0-1 0,-8 21 0,13-28 0,0 1 0,0-1 0,0 1 0,0-1 0,0 1 0,1 0 0,-1-1 0,1 1 0,0 0 0,0 0 0,1-1 0,-1 1 0,1 0 0,0-1 0,0 1 0,0-1 0,0 1 0,1-1 0,-1 1 0,1-1 0,0 0 0,0 0 0,0 0 0,0 0 0,1 0 0,-1 0 0,1 0 0,-1-1 0,1 0 0,0 1 0,0-1 0,0 0 0,1 0 0,5 2 0,5 2 0,1-2 0,-1 1 0,1-2 0,0 0 0,1 0 0,-1-2 0,0 0 0,27-1 0,22 1 0,-62-1 0,1 0 0,-1 0 0,0 1 0,0-1 0,0 0 0,0 1 0,0 0 0,1-1 0,-1 1 0,0 0 0,0 0 0,-1 0 0,1 0 0,0 0 0,0 1 0,0-1 0,-1 1 0,1-1 0,-1 1 0,1-1 0,-1 1 0,0 0 0,1 0 0,-1 0 0,0-1 0,0 1 0,0 0 0,-1 1 0,1-1 0,0 0 0,-1 0 0,1 0 0,-1 0 0,0 3 0,1 7 0,-2 1 0,0-1 0,0 1 0,-1-1 0,-4 14 0,-2 14 0,7-28 0,0 0 0,0 0 0,1 0 0,1 0 0,0 0 0,1 0 0,6 22 0,-7-32 0,0 1 0,0-1 0,0 1 0,0-1 0,1 1 0,-1-1 0,1 0 0,-1 0 0,1 0 0,0 0 0,0 0 0,0 0 0,0 0 0,0 0 0,1-1 0,3 3 0,-3-3 0,0-1 0,0 1 0,1 0 0,-1-1 0,0 0 0,1 0 0,-1 0 0,0 0 0,0 0 0,1-1 0,-1 1 0,0-1 0,0 0 0,1 0 0,-1 0 0,0 0 0,4-3 0,9-4 0,0-1 0,-1-1 0,0-1 0,0 0 0,-1-1 0,0 0 0,-1-1 0,-1-1 0,0 0 0,-1-1 0,0 0 0,-2 0 0,1-1 0,-2 0 0,0-1 0,-1 0 0,-1 0 0,0-1 0,-2 0 0,0 0 0,0 0 0,-2 0 0,0 0 0,-2-1 0,-1-21 0,1 37 0,0-1 0,-1 0 0,1 1 0,-1 0 0,0-1 0,0 1 0,0-1 0,0 1 0,-1 0 0,1 0 0,-1 0 0,0 0 0,0 0 0,0 0 0,-1 0 0,1 1 0,0-1 0,-5-3 0,6 6 0,-1-1 0,1 0 0,0 1 0,0-1 0,-1 1 0,1 0 0,0-1 0,-1 1 0,1 0 0,0 0 0,-1 0 0,1 0 0,-1 0 0,1 0 0,0 0 0,-1 0 0,1 0 0,0 1 0,-2 0 0,0 0 0,0 1 0,1-1 0,-1 1 0,0 0 0,1 0 0,0 0 0,-1 0 0,1 0 0,0 0 0,0 1 0,-3 4 0,-4 8 0,-1 1 0,2 0 0,0 0 0,1 1 0,0 0 0,2 0 0,0 1 0,1-1 0,0 1 0,2 0 0,0 0 0,1 0 0,3 35 0,-2-48 0,1-1 0,0 1 0,1-1 0,-1 0 0,1 1 0,0-1 0,0 0 0,0 0 0,0 0 0,1 0 0,0-1 0,0 1 0,0-1 0,0 1 0,0-1 0,6 4 0,-3-3 0,1 0 0,0 0 0,0-1 0,0 0 0,0-1 0,1 1 0,-1-1 0,1 0 0,7 0 0,10 0 0,1-1 0,-1-1 0,1-1 0,46-9 0,-35 2-455,0-1 0,61-25 0,-48 14-6371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25.8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37 24575,'-5'0'0,"-7"0"0,0 5 0,6 2 0,9-6 0,13-2 0,14-2 0,16 0 0,15-4 0,11-1 0,8 1 0,9-3 0,-10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26.3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69 283 24575,'-24'10'0,"19"-8"0,1-1 0,-1 1 0,1 0 0,-1 1 0,1-1 0,0 1 0,-7 5 0,11-8 0,0 0 0,0 1 0,-1-1 0,1 0 0,0 0 0,0 0 0,0 1 0,-1-1 0,1 0 0,0 0 0,0 1 0,0-1 0,0 0 0,0 0 0,0 1 0,-1-1 0,1 0 0,0 0 0,0 1 0,0-1 0,0 0 0,0 0 0,0 1 0,0-1 0,0 0 0,0 0 0,0 1 0,0-1 0,0 0 0,1 1 0,-1-1 0,0 0 0,0 0 0,0 1 0,0-1 0,0 0 0,0 0 0,1 0 0,-1 1 0,0-1 0,0 0 0,0 0 0,1 0 0,-1 1 0,0-1 0,0 0 0,1 0 0,-1 0 0,0 0 0,0 0 0,1 0 0,-1 0 0,0 1 0,0-1 0,1 0 0,-1 0 0,0 0 0,0 0 0,1 0 0,-1 0 0,0 0 0,0 0 0,1 0 0,-1 0 0,0-1 0,1 1 0,-1 0 0,26 0 0,-24-1 0,169-20 0,235-61 0,-392 79 0,-3 1 0,0 0 0,0-1 0,0 0 0,-1 0 0,1-1 0,-1-1 0,0 1 0,0-2 0,-1 1 0,17-14 0,-25 18 0,0 0 0,1 0 0,-1 0 0,0-1 0,0 1 0,0 0 0,0-1 0,-1 1 0,1-1 0,0 1 0,0-1 0,-1 1 0,1-1 0,-1 1 0,0-1 0,1 0 0,-1 1 0,0-1 0,0 0 0,0 1 0,0-1 0,0 0 0,-1-2 0,0 2 0,0-1 0,-1 1 0,1-1 0,-1 1 0,1 0 0,-1-1 0,0 1 0,0 0 0,0 0 0,0 0 0,0 0 0,-4-2 0,-6-3 0,1 1 0,-1 0 0,0 0 0,-22-5 0,-32-7 0,-1 4 0,-1 3 0,-75-4 0,139 15 0,0-1 0,1 1 0,-1 0 0,0 0 0,0 0 0,0 1 0,0 0 0,1-1 0,-1 1 0,0 0 0,0 1 0,1-1 0,-1 1 0,1 0 0,-1-1 0,1 1 0,-4 3 0,4-1 0,0 1 0,0-1 0,0 0 0,0 1 0,0 0 0,1-1 0,0 1 0,0 0 0,1 0 0,-1 1 0,1-1 0,-1 7 0,-30 252 129,14-82-1623,11-130-5332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28.2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513 151 24575,'-1'-4'0,"0"1"0,0 0 0,0-1 0,0 1 0,0 0 0,-1 0 0,1 0 0,-1 0 0,0 0 0,0 1 0,0-1 0,0 0 0,0 1 0,-1-1 0,1 1 0,-4-2 0,-44-31 0,41 29 0,-1 2 0,1-1 0,-1 1 0,0 1 0,0 0 0,0 0 0,-1 1 0,1 0 0,-1 1 0,1 0 0,-1 1 0,1 0 0,-1 1 0,1 0 0,-1 0 0,1 1 0,0 1 0,-1 0 0,1 0 0,0 1 0,1 0 0,-1 0 0,1 1 0,0 1 0,0 0 0,0 0 0,1 0 0,0 1 0,-12 13 0,4 2 0,1 1 0,1 0 0,1 1 0,1 1 0,2 0 0,0 0 0,1 1 0,2 0 0,0 1 0,-3 38 0,9-52 0,0 1 0,1 0 0,0-1 0,2 1 0,-1-1 0,2 1 0,-1-1 0,2 0 0,0 0 0,6 13 0,-6-17 0,1-1 0,0 0 0,1 0 0,-1 0 0,1 0 0,1-1 0,0 0 0,0-1 0,0 1 0,1-1 0,0-1 0,0 1 0,0-1 0,0-1 0,14 6 0,-6-5 0,1 0 0,0-1 0,0-1 0,0-1 0,1 0 0,-1-1 0,0-1 0,1 0 0,-1-1 0,0-1 0,23-6 0,21-7 0,101-39 0,-126 40 0,0-2 0,51-31 0,-71 37 0,0 0 0,-1-1 0,-1-1 0,0-1 0,0 0 0,-2 0 0,18-23 0,-28 33 0,0 1 0,-1-1 0,1 1 0,0-1 0,-1 0 0,0 1 0,1-1 0,-1 0 0,0 0 0,-1 0 0,1 0 0,0 0 0,-1-1 0,0 1 0,1 0 0,-1 0 0,-1 0 0,1 0 0,0 0 0,-1 0 0,1 0 0,-1 0 0,0 0 0,0 0 0,0 0 0,-1 0 0,1 0 0,-1 1 0,1-1 0,-3-3 0,0 3 0,0 0 0,0 0 0,0 0 0,0 0 0,-1 0 0,1 1 0,-1 0 0,1 0 0,-1 0 0,0 0 0,0 1 0,0 0 0,0 0 0,0 0 0,0 0 0,0 1 0,-10 1 0,0 0 0,1 2 0,-1 0 0,1 1 0,0 0 0,0 1 0,0 0 0,1 2 0,0-1 0,0 1 0,-17 14 0,16-11 0,0 1 0,0 0 0,2 1 0,-1 1 0,1 0 0,1 0 0,1 1 0,-14 22 0,22-32 0,0 0 0,0 0 0,0 0 0,0 0 0,1 0 0,0 0 0,0 1 0,0-1 0,0 0 0,1 1 0,-1-1 0,1 1 0,0-1 0,1 0 0,-1 1 0,1-1 0,0 0 0,0 1 0,0-1 0,0 0 0,4 7 0,-2-7 0,0-1 0,-1 1 0,2-1 0,-1 0 0,0 0 0,1 0 0,-1-1 0,1 1 0,0-1 0,0 0 0,0 0 0,0 0 0,0 0 0,0-1 0,0 0 0,1 0 0,-1 0 0,0 0 0,1-1 0,-1 1 0,9-2 0,-1 1 0,0-2 0,0 0 0,-1 0 0,1-1 0,0 0 0,-1-1 0,0 0 0,1-1 0,-2-1 0,1 0 0,-1 0 0,0-1 0,0 0 0,-1 0 0,9-10 0,15-16 0,-1-1 0,39-55 0,-67 83 0,11-5 0,-7 21 0,-3 36 0,-4-27 0,2-4 0,0-1 0,1 0 0,0 0 0,1 0 0,1-1 0,0 1 0,13 20 0,-17-32 0,0 1 0,-1-1 0,1 1 0,0-1 0,0 1 0,0-1 0,1 0 0,-1 0 0,0 0 0,1-1 0,-1 1 0,1 0 0,0-1 0,-1 0 0,1 1 0,0-1 0,0 0 0,0-1 0,0 1 0,0 0 0,0-1 0,0 0 0,0 1 0,0-1 0,0-1 0,0 1 0,0 0 0,0-1 0,0 1 0,0-1 0,0 0 0,0 0 0,0 0 0,0 0 0,0-1 0,-1 1 0,1-1 0,-1 0 0,1 1 0,-1-1 0,0 0 0,3-3 0,5-5 0,-1 1 0,-1-1 0,0 0 0,0-1 0,-1 0 0,0 0 0,10-25 0,-2-3 0,14-47 0,-21 52 0,-2 0 0,-1-1 0,-1 0 0,-2 0 0,-2 0 0,-5-52 0,-2 64 0,7 23 0,-1 0 0,1 0 0,0 0 0,-1 0 0,1 0 0,0 0 0,-1 0 0,1-1 0,0 1 0,-1 0 0,1 0 0,0 0 0,-1 0 0,1 0 0,0 0 0,-1 1 0,1-1 0,0 0 0,-1 0 0,1 0 0,0 0 0,-1 0 0,1 0 0,0 1 0,0-1 0,-1 0 0,1 0 0,0 0 0,0 1 0,-1-1 0,1 0 0,0 0 0,0 1 0,-1-1 0,1 1 0,-3 3 0,0 0 0,1 0 0,-1 0 0,1 1 0,0-1 0,-2 10 0,-36 142 0,35-132 0,2 1 0,1-1 0,0 1 0,4 39 0,-1-57 0,0-1 0,0 1 0,1-1 0,0 0 0,0 0 0,1 1 0,-1-1 0,1 0 0,0-1 0,1 1 0,0-1 0,0 1 0,0-1 0,5 5 0,-1-3 0,0-1 0,0 1 0,1-2 0,-1 1 0,1-1 0,0 0 0,1-1 0,14 5 0,-7-4 0,0-1 0,0 0 0,0-2 0,0 0 0,1 0 0,-1-2 0,1 0 0,-1-1 0,1-1 0,24-6 0,-22 2 0,-1-1 0,-1-1 0,1 0 0,-1-2 0,0 0 0,-1-1 0,-1 0 0,0-2 0,0 0 0,-1 0 0,-1-2 0,24-29 0,-33 35 0,-1 0 0,1 0 0,-2 0 0,1 0 0,-1-1 0,-1 0 0,0 1 0,0-1 0,-1 0 0,0-15 0,-1-13 0,-7-50 0,6 72 0,-2-1 0,0 1 0,0 0 0,-2 1 0,0-1 0,0 1 0,-2 0 0,0 0 0,-9-14 0,15 29 0,1-1 0,0 0 0,-1 1 0,1-1 0,-1 1 0,1-1 0,-1 1 0,0-1 0,1 1 0,-1 0 0,1-1 0,-1 1 0,0 0 0,1-1 0,-1 1 0,0 0 0,1 0 0,-1 0 0,0 0 0,0-1 0,1 1 0,-1 0 0,0 0 0,1 0 0,-1 0 0,0 1 0,1-1 0,-1 0 0,0 0 0,0 0 0,1 1 0,-1-1 0,0 0 0,1 0 0,-1 1 0,1-1 0,-1 1 0,0-1 0,1 1 0,-1-1 0,1 1 0,-1-1 0,1 1 0,0-1 0,-1 1 0,1-1 0,-1 1 0,1 0 0,0-1 0,-1 1 0,1 0 0,0-1 0,0 1 0,0 0 0,-1 0 0,-15 45 0,15-43 0,-81 318 0,80-311 0,-10 44 0,2 0 0,2 0 0,0 73 0,9-119-136,-1 1-1,2-1 1,-1 1-1,1-1 1,0 0-1,1 1 1,0-1-1,0 0 0,6 9 1,1-3-6690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28.6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257 108 24575,'-6'-6'0,"-8"-9"0,-1 1 0,-1 1 0,0 0 0,-1 1 0,-19-10 0,33 20 0,0 0 0,0 1 0,-1-1 0,1 1 0,0 0 0,-1 0 0,1 0 0,-1 0 0,1 1 0,-1-1 0,0 1 0,1 0 0,-1 0 0,1 0 0,-1 1 0,0-1 0,1 1 0,-1 0 0,1 0 0,0 0 0,-1 0 0,1 1 0,0-1 0,0 1 0,-1 0 0,1 0 0,1 0 0,-1 0 0,0 1 0,0-1 0,1 1 0,0 0 0,-1-1 0,1 1 0,0 0 0,-2 6 0,1-6 0,1 0 0,0 1 0,0-1 0,0 1 0,1-1 0,-1 1 0,1 0 0,0 0 0,0-1 0,0 1 0,1 0 0,-1 0 0,1 0 0,0 0 0,0 0 0,0 0 0,1 0 0,0 0 0,-1 0 0,1-1 0,0 1 0,1 0 0,-1 0 0,1-1 0,-1 1 0,1-1 0,0 0 0,1 1 0,-1-1 0,0 0 0,1 0 0,0 0 0,0 0 0,0-1 0,0 1 0,0-1 0,5 3 0,14 8 0,0-2 0,0 0 0,1-1 0,45 12 0,-35-11 0,-12-5 0,-13-4 0,-1 0 0,1 0 0,0 1 0,-1-1 0,0 2 0,0-1 0,0 1 0,0 0 0,-1 0 0,1 1 0,7 8 0,-13-12 0,-1 0 0,0-1 0,0 1 0,0 0 0,0 0 0,0 0 0,0 0 0,0 0 0,0 0 0,0-1 0,0 1 0,0 0 0,-1 0 0,1 0 0,0 0 0,-1-1 0,1 1 0,0 0 0,-1 0 0,1-1 0,-1 1 0,1 0 0,-1-1 0,0 1 0,1 0 0,-1-1 0,0 1 0,1-1 0,-1 1 0,0-1 0,1 1 0,-1-1 0,0 0 0,0 1 0,0-1 0,1 0 0,-1 0 0,-2 1 0,-37 13 0,37-14 0,-204 48-1365,171-40-5461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29.4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0 658 24575,'80'10'0,"-71"-7"0,1-1 0,-1 0 0,1 0 0,0-1 0,-1-1 0,1 0 0,0 0 0,0-1 0,-1 0 0,1 0 0,0-1 0,-1 0 0,11-5 0,-16 5 0,-1 0 0,1 0 0,-1-1 0,1 1 0,-1-1 0,0 0 0,0 0 0,-1 0 0,1 0 0,0 0 0,-1-1 0,0 1 0,0-1 0,0 0 0,0 0 0,-1 0 0,1 0 0,-1 0 0,0 0 0,0 0 0,-1 0 0,1 0 0,-1 0 0,0 0 0,0 0 0,0-1 0,0 1 0,-1 0 0,-1-7 0,1 8 0,0-1 0,0 1 0,-1-1 0,1 1 0,-1 0 0,1 0 0,-1 0 0,0 0 0,0 0 0,0 0 0,-1 1 0,1-1 0,-1 1 0,1-1 0,-1 1 0,0 0 0,0 0 0,0 0 0,0 0 0,0 1 0,0-1 0,-1 1 0,1 0 0,0 0 0,-1 0 0,1 0 0,-1 1 0,1-1 0,-1 1 0,1 0 0,-1 0 0,0 0 0,1 1 0,-1-1 0,-3 2 0,-1 0 0,-1 2 0,1-1 0,0 1 0,-1 0 0,2 1 0,-1-1 0,1 2 0,-1-1 0,1 1 0,1 0 0,-1 1 0,1-1 0,0 1 0,1 0 0,0 1 0,0 0 0,0-1 0,1 1 0,-4 11 0,6-14 0,0 0 0,0 0 0,0-1 0,1 1 0,0 0 0,0 0 0,0 0 0,0 1 0,1-1 0,0 0 0,0 0 0,1 0 0,-1 0 0,1 0 0,0 0 0,0 0 0,1 0 0,0 0 0,-1 0 0,2 0 0,-1-1 0,0 1 0,1-1 0,0 0 0,0 0 0,0 0 0,1 0 0,-1 0 0,1-1 0,0 1 0,0-1 0,0 0 0,0 0 0,9 4 0,1-2 0,1 1 0,-1-2 0,1 0 0,0-1 0,0 0 0,1-1 0,-1-1 0,0-1 0,0 0 0,1 0 0,-1-2 0,20-4 0,-2 0 0,-1-3 0,0 0 0,-1-2 0,49-24 0,-71 30 0,1-1 0,-1 1 0,-1-2 0,1 1 0,-1-1 0,0 0 0,0-1 0,-1 0 0,0 0 0,-1-1 0,0 1 0,0-1 0,-1-1 0,0 1 0,0-1 0,-1 0 0,0 0 0,-1 0 0,-1-1 0,1 1 0,-1-1 0,-1 1 0,0-1 0,-1 0 0,0 1 0,0-1 0,-1 0 0,-1 1 0,0-1 0,0 1 0,-1-1 0,0 1 0,-5-11 0,7 19 0,0 0 0,1 0 0,-1 0 0,0 0 0,0 0 0,0 0 0,0 1 0,-1-1 0,1 0 0,-1 0 0,1 1 0,-1-1 0,1 1 0,-1 0 0,0-1 0,1 1 0,-1 0 0,-3-1 0,4 2 0,0 0 0,0 0 0,0 0 0,0 0 0,0 0 0,0 1 0,0-1 0,0 0 0,0 1 0,0-1 0,0 1 0,0-1 0,0 1 0,0 0 0,0-1 0,1 1 0,-1 0 0,0-1 0,0 1 0,1 0 0,-1 0 0,0 0 0,1 0 0,-2 1 0,-3 8 0,0 0 0,1 0 0,0 0 0,0 1 0,-2 13 0,5-17 0,-1 0 0,1 0 0,0 0 0,0 1 0,1-1 0,0 0 0,1 0 0,-1 0 0,1 1 0,1-1 0,-1 0 0,1 0 0,1-1 0,-1 1 0,1 0 0,0-1 0,5 8 0,-3-7 0,1 0 0,0-1 0,0 0 0,0 0 0,1 0 0,0-1 0,0 0 0,0 0 0,1-1 0,0 0 0,0 0 0,0-1 0,16 5 0,-5-3 0,0-2 0,0 1 0,0-2 0,0-1 0,0 0 0,0-2 0,1 0 0,-1-1 0,0 0 0,0-2 0,-1-1 0,1 0 0,-1-1 0,0-1 0,0 0 0,-1-2 0,18-11 0,-21 12 0,-1-1 0,0-1 0,-1 0 0,0-1 0,-1 0 0,0 0 0,0-1 0,-2-1 0,1 0 0,-2 0 0,0-1 0,0 0 0,-1 0 0,-1-1 0,0 0 0,-1 0 0,-1 0 0,-1-1 0,0 1 0,2-32 0,-5 24 0,0 0 0,-2 0 0,0 0 0,-2 1 0,0-1 0,-2 1 0,-1 0 0,0 0 0,-2 0 0,-18-33 0,26 52 0,0 1 0,-1-1 0,0 1 0,1-1 0,-1 1 0,0 0 0,0 0 0,-1-1 0,1 2 0,0-1 0,-1 0 0,1 0 0,-1 1 0,1-1 0,-1 1 0,0 0 0,0 0 0,1 0 0,-1 0 0,0 0 0,0 1 0,-4-1 0,4 2 0,0 0 0,0-1 0,1 1 0,-1 1 0,0-1 0,0 0 0,1 1 0,-1-1 0,1 1 0,0 0 0,-1 0 0,1 0 0,0 0 0,0 0 0,0 0 0,0 0 0,0 1 0,1-1 0,-1 1 0,1-1 0,0 1 0,-2 4 0,-10 30 0,1 1 0,2 0 0,1 1 0,3 0 0,-4 65 0,6-63 0,-14 412-1365,18-378-5461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30.4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269 759 24575,'-21'9'0,"0"-1"0,-1-1 0,-43 9 0,45-12 0,0 0 0,0 2 0,1 0 0,-29 14 0,35-8 0,23-5 0,31-3 0,124-11-11,230-41 0,-252 27-103,4287-512-4504,-3581 454 3400,197-22 2871,-1002 95-1473,33-2 1560,107-27 0,-176 33-1700,-7 2-85,1 0 0,0 0 0,0-1-1,0 1 1,-1-1 0,1 1 0,0-1 0,-1 0 0,1 0 0,0 1 0,-1-1 0,1 0 0,-1-1 0,1 1 0,-1 0 0,0 0 0,2-3 0,-4-1-6716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32.1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3233 12 24575,'-3'-11'0,"-4"13"0,-4 20 0,-16 92 0,-58 156 0,47-158 0,-313 799 0,-65-28 0,-225 262 0,348-669 0,-28-20 0,-314 253 0,520-589 0,-79 73 0,193-192-28,-2 2-39,0 0 0,0 0 0,0 0 0,0-1 0,0 1 1,-1-1-1,1 0 0,-1 0 0,1 0 0,-1 0 0,0-1 1,0 1-1,0-1 0,0 0 0,0 0 0,0 0 0,0-1 1,0 0-1,-6 0 0,-7-7-6759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33.5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0 24575,'-1'0'0,"0"0"0,0 0 0,0 0 0,0 0 0,1 0 0,-1 1 0,0-1 0,0 0 0,0 0 0,0 1 0,0-1 0,1 1 0,-1-1 0,0 0 0,0 1 0,1-1 0,-1 1 0,0 0 0,1-1 0,-1 1 0,0 0 0,1-1 0,-1 1 0,1 0 0,-1 0 0,1-1 0,-1 1 0,1 0 0,-1 1 0,1 32 0,20 33 0,-20-67 0,237 499 0,43-19 0,-203-352 0,540 833 0,-195-315 0,2 85 0,-176-290 0,-157-288 0,7-5 0,7-4 0,6-5 0,162 158 0,-179-207 0,5-6 0,3-3 0,3-5 0,3-5 0,4-4 0,187 81 0,79-6 120,-291-116-615,2-3 0,127 15 0,-177-34-6331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34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276 560 24575,'-39'11'0,"-49"8"0,49-12 0,-49 16 0,68-11 0,20-12 0,0 1 0,-1-1 0,1 0 0,0 1 0,0-1 0,0 0 0,0 1 0,-1-1 0,1 1 0,0-1 0,0 0 0,0 1 0,0-1 0,0 0 0,0 1 0,0-1 0,0 1 0,0-1 0,0 0 0,1 1 0,-1-1 0,0 1 0,0-1 0,0 0 0,0 1 0,0-1 0,1 0 0,-1 1 0,0-1 0,1 1 0,1 1 0,1 0 0,0-1 0,-1 1 0,1 0 0,0-1 0,0 0 0,0 1 0,0-1 0,0 0 0,0-1 0,5 2 0,47 3 0,1-2 0,-1-2 0,110-13 0,-110 6 0,1307-143-1689,-128 10 237,2706-123 1452,-682 211-1179,-1938 52 558,-756-1 3200,-404-3-2081,260-40 1,-385 37-7325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1.0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24575,'1'0'0,"0"1"0,0-1 0,0 0 0,0 1 0,0 0 0,0-1 0,0 1 0,0 0 0,0-1 0,0 1 0,0 0 0,0 0 0,0 0 0,0 0 0,-1 0 0,1 0 0,0 0 0,-1 0 0,1 0 0,-1 0 0,1 0 0,-1 0 0,0 0 0,1 1 0,-1 0 0,10 41 0,-7-27 0,43 237 0,-45-247 0,6 62 0,8 44 0,-8-75 0,2 55 0,4 21 0,15 69 0,58 230 0,-59-204 0,38 400 0,-60 58 0,-8-357 0,20 211 0,-10-429 0,19 360 0,-26-344 0,-4-1 0,-23 132 0,1-98 0,8-53 0,4 1 0,-5 162 0,20-219-112,1-16 192,-1 1 0,-3 28 0,2-41-148,-1 0 0,1 0 0,-1 0 1,1 0-1,-1-1 0,0 1 0,0 0 0,0-1 0,-1 1 0,1-1 0,-1 1 1,1-1-1,-1 1 0,0-1 0,0 0 0,0 0 0,0 0 0,0 0 1,0 0-1,0-1 0,-4 3 0,-11 2-6758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1.9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123 117 24575,'-6'-1'0,"0"0"0,-1 0 0,1 0 0,0-1 0,-1 0 0,1-1 0,0 1 0,0-1 0,1 0 0,-7-5 0,7 5 0,2 1 0,-1-1 0,0 0 0,0 0 0,1 0 0,0-1 0,-1 1 0,1-1 0,1 0 0,-1 0 0,0 0 0,1 0 0,0 0 0,-3-7 0,5 10 0,1 0 0,-1 0 0,0-1 0,0 1 0,0 0 0,1 0 0,-1 0 0,1 0 0,-1 0 0,1-1 0,-1 1 0,1 0 0,-1 0 0,1 0 0,0 0 0,0 1 0,-1-1 0,1 0 0,0 0 0,0 0 0,0 1 0,0-1 0,0 0 0,0 1 0,0-1 0,0 1 0,1-1 0,-1 1 0,0 0 0,0-1 0,0 1 0,0 0 0,1 0 0,-1 0 0,0 0 0,2 0 0,52-4 0,-48 4 0,14 0 0,0 1 0,0 1 0,-1 0 0,1 1 0,-1 2 0,34 11 0,-48-14 0,-1 0 0,1 0 0,0 1 0,-1 0 0,0 0 0,1 1 0,-1 0 0,-1 0 0,1 0 0,0 0 0,-1 1 0,0-1 0,0 1 0,-1 0 0,1 0 0,-1 1 0,0-1 0,0 1 0,-1-1 0,0 1 0,0 0 0,0 0 0,-1 0 0,1 0 0,-1 0 0,-1 0 0,1 7 0,-2 3 0,-1-1 0,-1 0 0,0 0 0,-1 0 0,0 0 0,-1-1 0,-1 0 0,0 0 0,-13 20 0,-5 6 0,-54 66 0,-89 82 0,165-186 0,0 0 0,0 1 0,0-1 0,0 1 0,1-1 0,-1 1 0,1 0 0,0 0 0,-1-1 0,1 1 0,1 0 0,-1 0 0,0 0 0,1 0 0,-1 0 0,1 4 0,1-5 0,0-1 0,-1 1 0,1-1 0,0 1 0,0-1 0,0 1 0,0-1 0,0 0 0,1 0 0,-1 1 0,0-1 0,1 0 0,-1 0 0,0 0 0,1-1 0,-1 1 0,1 0 0,0 0 0,-1-1 0,1 1 0,-1-1 0,1 0 0,0 1 0,-1-1 0,1 0 0,0 0 0,0 0 0,-1 0 0,1 0 0,2-1 0,13 1 14,1-2-1,-1 0 0,0-1 0,0 0 1,-1-2-1,1 0 0,-1-1 1,27-13-1,9-9-756,56-38 1,-71 40-6084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2.3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271 29 24575,'-4'-3'0,"0"0"0,0 0 0,0 0 0,0 1 0,-1 0 0,1 0 0,-1 0 0,0 0 0,1 0 0,-1 1 0,0 0 0,0 0 0,0 1 0,0-1 0,0 1 0,0 0 0,0 0 0,0 1 0,0-1 0,0 1 0,0 0 0,0 1 0,1-1 0,-1 1 0,0 0 0,1 0 0,-1 0 0,1 1 0,0-1 0,-6 6 0,6-6 0,0 1 0,0 0 0,0 0 0,1 0 0,-1 0 0,1 0 0,0 1 0,0 0 0,0-1 0,1 1 0,-1 0 0,1 1 0,0-1 0,0 0 0,0 1 0,1-1 0,-1 1 0,1-1 0,0 1 0,0 0 0,1-1 0,0 1 0,-1 0 0,2-1 0,-1 1 0,0 0 0,1 0 0,0-1 0,0 1 0,0-1 0,1 1 0,2 4 0,2 2 0,1 0 0,1 0 0,0 0 0,0-1 0,1-1 0,1 0 0,17 15 0,5-2 0,43 23 0,-42-26 0,44 32 0,-72-48 0,0 1 0,0 0 0,-1 0 0,0 1 0,1 0 0,-1 0 0,-1 0 0,1 0 0,-1 0 0,0 1 0,0-1 0,-1 1 0,1 0 0,2 11 0,-5-13 0,0 0 0,0 0 0,0-1 0,0 1 0,-1 0 0,1 0 0,-1 0 0,0-1 0,0 1 0,0-1 0,-1 1 0,0-1 0,1 1 0,-1-1 0,0 0 0,0 0 0,-1 0 0,1 0 0,-1 0 0,1 0 0,-1-1 0,0 1 0,0-1 0,0 0 0,-4 3 0,-18 10 0,0-2 0,0 0 0,-1-1 0,0-2 0,-1 0 0,-1-2 0,1-1 0,-48 5 0,68-11-124,-1-1 0,1 0 0,0 0 0,0-1 0,0 0 0,-1 0-1,1-1 1,0 0 0,0 0 0,-9-4 0,-2-5-6702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2.5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96 24575,'0'-5'0,"5"-1"0,7 0 0,5-4 0,5 0 0,9 2 0,3-3 0,6 0 0,1 3 0,2-2 0,-5-1-8191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2.9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12 24575,'-5'0'0,"-1"-4"0,-5-3 0,0 6 0,1 7 0,3 8 0,2 6 0,3 10 0,-4 3 0,-1 7 0,1 1 0,-3 3 0,0-1 0,1-3 0,-3-4 0,1-2 0,2-8-8191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3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108 148 24575,'-6'0'0,"1"-1"0,0 0 0,0 0 0,0 0 0,0-1 0,0 1 0,0-1 0,0 0 0,0-1 0,0 1 0,-4-5 0,6 6 0,1-1 0,-1 0 0,1 0 0,-1 0 0,1 0 0,0-1 0,0 1 0,0 0 0,0-1 0,0 0 0,1 1 0,-1-1 0,1 0 0,0 0 0,-1 0 0,1 0 0,1 0 0,-1 0 0,0-5 0,1 6 0,0 0 0,1 0 0,-1 0 0,1 0 0,0 1 0,0-1 0,0 0 0,0 0 0,0 0 0,0 1 0,0-1 0,0 0 0,1 1 0,-1 0 0,1-1 0,-1 1 0,1 0 0,0-1 0,-1 1 0,1 0 0,0 0 0,0 0 0,0 1 0,2-2 0,50-14 0,-23 10 0,0 2 0,0 0 0,0 3 0,1 0 0,-1 2 0,56 9 0,-83-9 0,0 0 0,-1 0 0,1 0 0,0 0 0,-1 1 0,1-1 0,-1 1 0,1 0 0,-1 0 0,0 0 0,0 1 0,0-1 0,0 1 0,0-1 0,-1 1 0,1 0 0,-1 0 0,0 1 0,0-1 0,0 0 0,2 5 0,-3-5 0,-1 1 0,1-1 0,-1 1 0,1-1 0,-1 1 0,0 0 0,-1-1 0,1 1 0,0-1 0,-1 1 0,0 0 0,0-1 0,0 0 0,0 1 0,-1-1 0,1 0 0,-1 1 0,0-1 0,0 0 0,0 0 0,0-1 0,-5 5 0,-13 15 0,-1-2 0,-1 0 0,-1-1 0,-1-2 0,-48 28 0,-137 52 0,187-85 0,22-12 0,0 1 0,0-1 0,0 0 0,0 0 0,0 0 0,0 1 0,0-1 0,0 0 0,0 0 0,0 0 0,0 0 0,0 1 0,0-1 0,0 0 0,0 0 0,0 0 0,0 1 0,0-1 0,0 0 0,0 0 0,0 0 0,0 0 0,0 1 0,0-1 0,0 0 0,1 0 0,-1 0 0,0 0 0,0 0 0,0 1 0,0-1 0,0 0 0,1 0 0,-1 0 0,0 0 0,0 0 0,0 0 0,0 0 0,1 0 0,-1 0 0,0 1 0,0-1 0,0 0 0,1 0 0,-1 0 0,0 0 0,0 0 0,0 0 0,0 0 0,1 0 0,-1-1 0,46 4 0,-41-3 0,50-1 0,136 3 0,-163 0 0,-1 1 0,0 2 0,0 0 0,48 18 0,-68-21 0,0 1 0,0 0 0,0 1 0,-1 0 0,0 0 0,0 0 0,0 1 0,0 0 0,7 7 0,-12-10 0,1 1 0,0-1 0,-1 0 0,0 0 0,0 1 0,1-1 0,-1 1 0,-1-1 0,1 1 0,0 0 0,-1-1 0,1 1 0,-1 0 0,0-1 0,1 1 0,-2 0 0,1-1 0,0 1 0,0 0 0,-1-1 0,1 1 0,-1-1 0,0 1 0,0 0 0,0-1 0,0 0 0,0 1 0,-1-1 0,-2 4 0,-3 3 0,-1 0 0,0 0 0,0 0 0,-1-1 0,-1 0 0,1-1 0,-1 0 0,0-1 0,-1 0 0,1 0 0,-1-1 0,-17 6 0,-4-1 0,0-1 0,0-2 0,-42 5 0,38-7-341,0-3 0,-1-1-1,-45-4 1,35-4-6485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3.9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63 24575,'0'0'0,"0"0"0,0 0 0,0 0 0,0 0 0,0 0 0,0 1 0,0-1 0,0 0 0,0 0 0,0 0 0,0 0 0,0 0 0,-1 0 0,1 0 0,0 0 0,0 0 0,0 0 0,0 0 0,0 1 0,0-1 0,0 0 0,0 0 0,0 0 0,-1 0 0,1 0 0,0 0 0,0 0 0,0 0 0,0 0 0,0 0 0,0 0 0,0 0 0,-1 0 0,1 0 0,0 0 0,0 0 0,0 0 0,0 0 0,0 0 0,0 0 0,0 0 0,0 0 0,-1-1 0,1 1 0,0 0 0,0 0 0,0 0 0,0 0 0,0 0 0,0 0 0,0 0 0,0 0 0,0 0 0,0 0 0,0 0 0,-1-1 0,1 1 0,0 0 0,0 0 0,0 0 0,0 0 0,0 0 0,0 0 0,0 0 0,0-1 0,0 1 0,0 0 0,0 0 0,-11 13 0,-9 19 0,17-26 0,1 1 0,-1-1 0,1 0 0,1 1 0,-1-1 0,1 1 0,0 0 0,1-1 0,0 1 0,0 0 0,0-1 0,1 1 0,0 0 0,0-1 0,1 1 0,-1-1 0,4 7 0,-1-4 0,1 0 0,0-1 0,0 0 0,1 0 0,0 0 0,1-1 0,-1 1 0,1-2 0,1 1 0,14 9 0,-7-6 0,1 0 0,0-2 0,0 0 0,1 0 0,0-2 0,0 0 0,0-1 0,1-1 0,0-1 0,0 0 0,0-1 0,25-1 0,-30-2 0,0-1 0,0 0 0,0-1 0,-1 0 0,1-1 0,-1-1 0,0 0 0,0-1 0,14-8 0,-22 12 0,-1 0 0,1-1 0,-1 1 0,0-1 0,0 0 0,0 0 0,0 0 0,0 0 0,0 0 0,-1-1 0,0 1 0,0-1 0,0 0 0,0 0 0,0 1 0,-1-1 0,1 0 0,-1 0 0,0 0 0,-1-1 0,1 1 0,-1 0 0,1 0 0,-1 0 0,0-1 0,-1 1 0,1 0 0,-1 0 0,0 0 0,0 0 0,0 0 0,-3-6 0,-3-3 0,0 0 0,-1 1 0,0 0 0,-1 0 0,-1 1 0,1 0 0,-2 1 0,1 0 0,-2 1 0,1 0 0,-1 0 0,-15-7 0,5 4 0,0 0 0,-1 2 0,0 0 0,-1 2 0,0 0 0,-31-5 0,-36 5-1365,56 7-5461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4.2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195 330 24575,'-7'1'0,"-1"0"0,1 1 0,-1-1 0,1 2 0,0-1 0,-1 1 0,1 0 0,1 0 0,-1 1 0,0 0 0,1 0 0,0 1 0,0-1 0,0 1 0,1 1 0,0-1 0,-7 9 0,4-4 0,0 0 0,1 1 0,0 0 0,0 0 0,1 0 0,1 1 0,0 0 0,1 0 0,-5 19 0,8-27 0,0 0 0,1 1 0,-1-1 0,1 1 0,0-1 0,0 1 0,0 0 0,1-1 0,0 0 0,0 1 0,0-1 0,0 1 0,1-1 0,-1 0 0,1 0 0,0 0 0,0 0 0,1 0 0,-1 0 0,1-1 0,0 1 0,0-1 0,0 1 0,0-1 0,1 0 0,-1-1 0,1 1 0,0-1 0,0 1 0,0-1 0,0 0 0,0 0 0,0-1 0,8 3 0,7 0 0,0 0 0,0-1 0,0 0 0,1-2 0,-1 0 0,38-5 0,-25 1 0,-2-2 0,1-1 0,0-1 0,-1-2 0,33-14 0,-51 19 0,-1-2 0,1 1 0,-1-2 0,0 1 0,-1-1 0,0-1 0,0 0 0,0 0 0,-1-1 0,0-1 0,-1 1 0,0-1 0,0-1 0,-1 1 0,7-17 0,-11 21 0,-1 0 0,0-1 0,0 1 0,-1-1 0,0 0 0,0 1 0,0-1 0,-1 0 0,0 1 0,-1-1 0,1 0 0,-1 1 0,-3-10 0,1 5 0,-1 1 0,0-1 0,-1 1 0,0 0 0,-1 0 0,0 0 0,-10-11 0,-6-3 0,0 0 0,-2 2 0,-1 0 0,-42-27 0,29 24-341,-1 1 0,-1 3-1,-59-24 1,40 24-6485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5.6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422 141 24575,'2'-1'0,"-1"-1"0,0 1 0,0 0 0,0-1 0,0 1 0,0-1 0,0 1 0,0-1 0,0 1 0,-1-1 0,1 0 0,-1 0 0,1 1 0,-1-1 0,0 0 0,1 0 0,-1 1 0,0-1 0,0 0 0,0 0 0,-1-3 0,0 2 0,0-1 0,0 1 0,-1-1 0,0 1 0,1 0 0,-1 0 0,0 0 0,0 0 0,-1 0 0,-2-4 0,-2 1 0,0 0 0,0 0 0,0 0 0,0 1 0,-1 0 0,0 1 0,0-1 0,-9-2 0,6 4 0,-1 0 0,0 0 0,0 2 0,0-1 0,0 1 0,0 1 0,0 0 0,0 1 0,0 0 0,0 1 0,0 0 0,1 1 0,-1 1 0,1-1 0,-1 2 0,1 0 0,1 0 0,-1 1 0,1 0 0,0 1 0,0 0 0,1 0 0,-1 1 0,2 0 0,-1 1 0,1 0 0,1 0 0,0 1 0,-8 13 0,13-20 0,1 1 0,-1 0 0,0 0 0,1-1 0,0 1 0,0 0 0,0 0 0,1 0 0,-1 0 0,1 1 0,0-1 0,0 0 0,0 0 0,1 0 0,-1 0 0,1 0 0,0 0 0,0 0 0,2 4 0,0-2 0,1-1 0,-1 0 0,1 0 0,0 0 0,0-1 0,0 1 0,1-1 0,0 0 0,-1 0 0,1 0 0,8 3 0,12 6 0,0-2 0,1 0 0,0-2 0,39 8 0,155 33 0,-218-50 0,0 0 0,0 0 0,-1 1 0,1-1 0,0 1 0,0-1 0,0 1 0,0 0 0,-1 0 0,1 0 0,0 0 0,-1 0 0,1 0 0,0 0 0,-1 0 0,0 1 0,1-1 0,-1 1 0,0-1 0,2 3 0,-3-2 0,0-1 0,0 0 0,0 1 0,0-1 0,0 0 0,-1 1 0,1-1 0,0 0 0,-1 1 0,1-1 0,-1 0 0,1 0 0,-1 0 0,0 0 0,1 1 0,-1-1 0,0 0 0,0 0 0,0 0 0,0-1 0,0 1 0,-1 1 0,-11 8 0,0-1 0,0 0 0,-24 11 0,32-18 0,-233 96-139,167-72-1087,33-11-5600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6.4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0 464 24575,'1'4'0,"0"0"0,1-1 0,-1 1 0,1 0 0,-1 0 0,1-1 0,0 1 0,0-1 0,1 0 0,-1 0 0,1 0 0,0 0 0,-1 0 0,1 0 0,1-1 0,-1 1 0,0-1 0,0 0 0,1 0 0,0 0 0,-1 0 0,1-1 0,0 0 0,7 2 0,-4 0 0,0-1 0,0 0 0,0 0 0,0-1 0,0 0 0,0 0 0,0-1 0,0 0 0,0 0 0,0-1 0,0 0 0,1 0 0,-1 0 0,13-6 0,-16 5 0,1-1 0,0 0 0,-1-1 0,0 1 0,0-1 0,0 0 0,0 0 0,0 0 0,-1 0 0,0-1 0,0 0 0,0 1 0,4-10 0,-6 11 0,0 1 0,-1 0 0,1-1 0,0 1 0,-1 0 0,1-1 0,-1 1 0,0-1 0,0 1 0,0 0 0,0-1 0,0 1 0,-1-1 0,1 1 0,-1-1 0,1 1 0,-1 0 0,0-1 0,0 1 0,0 0 0,0 0 0,0 0 0,-1 0 0,1 0 0,-1 0 0,1 0 0,-1 0 0,0 0 0,1 1 0,-1-1 0,0 1 0,0-1 0,-2 0 0,1 1 0,0-1 0,0 1 0,0 0 0,0 0 0,0 1 0,0-1 0,0 1 0,0-1 0,0 1 0,0 0 0,0 0 0,0 1 0,0-1 0,0 0 0,0 1 0,0 0 0,0 0 0,0 0 0,0 0 0,0 0 0,0 1 0,1-1 0,-1 1 0,1 0 0,-1-1 0,1 1 0,-1 0 0,1 1 0,0-1 0,-3 4 0,-3 3 0,1 0 0,0 0 0,0 1 0,1 0 0,0 0 0,-8 20 0,9-15 0,0 0 0,1 1 0,0-1 0,1 1 0,1 0 0,1 0 0,0 0 0,1 0 0,1 0 0,0 0 0,6 24 0,-6-33 0,2 1 0,-1-1 0,1 1 0,0-1 0,1 0 0,-1 0 0,2-1 0,-1 1 0,1-1 0,-1 0 0,2 0 0,-1 0 0,1-1 0,0 0 0,0 0 0,0 0 0,1-1 0,-1 0 0,1 0 0,0 0 0,0-1 0,1 0 0,-1-1 0,1 0 0,9 2 0,2-2 0,-1 0 0,1-1 0,0-1 0,-1-1 0,1-1 0,0-1 0,-1 0 0,0-1 0,0-1 0,0-1 0,-1 0 0,1-1 0,-1-1 0,16-11 0,12-9 0,-1-1 0,-1-2 0,66-65 0,-58 48 0,75-97 0,-108 122 0,-1-2 0,-1 0 0,-1 0 0,-1-2 0,-2 0 0,16-49 0,-27 73 0,0 1 0,0-1 0,-1 1 0,1-1 0,-1 1 0,0-1 0,0 1 0,0-1 0,0 1 0,0-1 0,0 1 0,-1-1 0,1 1 0,-1 0 0,1-1 0,-1 1 0,0-1 0,0 1 0,0 0 0,-1 0 0,1 0 0,-3-4 0,3 6 0,-1-1 0,0 0 0,1 0 0,-1 1 0,0-1 0,1 1 0,-1 0 0,0 0 0,0-1 0,1 1 0,-1 0 0,0 0 0,0 0 0,1 1 0,-1-1 0,0 0 0,1 1 0,-1-1 0,0 1 0,1 0 0,-1-1 0,0 1 0,1 0 0,-1 0 0,1 0 0,0 0 0,-1 0 0,1 0 0,0 0 0,-1 1 0,1-1 0,-2 3 0,-7 7 0,1 1 0,0-1 0,1 1 0,0 1 0,0 0 0,2 0 0,0 0 0,0 1 0,-7 27 0,9-24 0,0 1 0,0 0 0,2 0 0,0 0 0,2 0 0,0 0 0,4 32 0,-3-42 0,1 1 0,0 0 0,1-1 0,0 0 0,0 1 0,0-1 0,1 0 0,1-1 0,-1 1 0,1-1 0,1 0 0,-1 0 0,1 0 0,0-1 0,8 7 0,-4-7 0,-1 1 0,1-1 0,1-1 0,-1 0 0,1 0 0,-1-1 0,1-1 0,0 0 0,1 0 0,16 1 0,-4-2 0,0-1 0,0-1 0,1-2 0,-1 0 0,-1-1 0,1-2 0,0 0 0,-1-2 0,0 0 0,32-16 0,-28 10 0,-2-2 0,0 0 0,0-1 0,-1-2 0,-1 0 0,-1-2 0,-1 0 0,25-32 0,-37 41 0,0-1 0,-1 0 0,-1-1 0,0 0 0,-1 0 0,0 0 0,-1-1 0,0 0 0,-1 0 0,-1 0 0,0-1 0,-1 1 0,0-1 0,-1 0 0,-1 1 0,-1-1 0,0 0 0,-4-22 0,2 26 0,1 0 0,-2 0 0,1 0 0,-1 1 0,-1-1 0,0 1 0,0 0 0,-9-12 0,12 20 0,0-1 0,-1 1 0,1 0 0,-1-1 0,1 1 0,-1 0 0,0 1 0,1-1 0,-1 0 0,0 1 0,0-1 0,0 1 0,-1 0 0,1 0 0,0 0 0,0 1 0,-1-1 0,1 1 0,0 0 0,0 0 0,-1 0 0,1 0 0,0 0 0,-1 1 0,1-1 0,0 1 0,0 0 0,0 0 0,-1 0 0,1 1 0,0-1 0,-3 3 0,-5 3 0,1-1 0,-1 2 0,2 0 0,-1 0 0,1 0 0,1 1 0,-1 1 0,2-1 0,-1 1 0,1 1 0,-7 14 0,-8 17 0,-25 71 0,21-33-455,3 0 0,-22 147 0,33-137-6371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6.7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265 335 24575,'-32'-1'0,"0"2"0,0 2 0,0 0 0,0 2 0,1 2 0,-36 12 0,67-19 0,0 0 0,-1-1 0,1 1 0,0 0 0,0 0 0,0 0 0,0 0 0,-1 0 0,1 0 0,0 0 0,0 0 0,0 0 0,0 0 0,-1 0 0,1 0 0,0 0 0,0 0 0,0 0 0,0 0 0,-1 0 0,1 1 0,0-1 0,0 0 0,0 0 0,0 0 0,-1 0 0,1 0 0,0 0 0,0 0 0,0 0 0,0 1 0,0-1 0,0 0 0,-1 0 0,1 0 0,0 0 0,0 1 0,0-1 0,0 0 0,0 0 0,0 0 0,0 0 0,0 1 0,0-1 0,0 0 0,0 0 0,0 0 0,0 0 0,0 1 0,0-1 0,0 0 0,0 0 0,0 0 0,0 0 0,0 1 0,0-1 0,0 0 0,0 0 0,0 0 0,1 1 0,15 1 0,29-4 0,653-109-12,-492 71-98,783-157-1742,-848 167-4365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46.9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815 0 24575,'-127'33'0,"-210"83"0,287-97 0,1-1 0,-83 35 0,119-47 0,-1 1 0,1 0 0,0 1 0,1 1 0,0 0 0,-19 18 0,31-26 0,-1-1 0,0 1 0,0 0 0,0-1 0,1 1 0,-1 0 0,0-1 0,1 1 0,-1 0 0,0 0 0,1 0 0,-1 0 0,1 0 0,0-1 0,-1 1 0,1 0 0,0 0 0,-1 0 0,1 0 0,0 0 0,0 0 0,0 0 0,0 0 0,0 0 0,0 0 0,0 0 0,0 0 0,0 0 0,0 0 0,1 0 0,-1 0 0,0 0 0,1 0 0,-1 0 0,1 0 0,-1 0 0,1 0 0,-1-1 0,1 1 0,0 0 0,-1 0 0,1-1 0,1 2 0,2 0 0,0 0 0,0 0 0,0 0 0,1-1 0,-1 0 0,0 1 0,1-2 0,8 2 0,63 0 0,1-4 0,-1-3 0,107-20 0,-171 23 0,479-89 0,-207 35 0,-40 10-1365,-156 31-5461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50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29 309 24575,'-24'-8'0,"20"1"0,16 0 0,9 3 0,-1 1 0,2 1 0,28 1 0,21-2 0,164-25 0,237-61 0,-468 88 0,3 0 0,-1 0 0,1-1 0,-1 0 0,1 0 0,-1 0 0,0-1 0,1 1 0,-1-2 0,-1 1 0,1-1 0,0 1 0,-1-2 0,7-5 0,-12 9 0,1 0 0,-1 0 0,0 0 0,1 0 0,-1 0 0,0 0 0,0 0 0,0 0 0,0 0 0,0 0 0,0 0 0,0 0 0,0 0 0,0 0 0,0 1 0,-1-1 0,1 0 0,0 0 0,-1 0 0,1 0 0,0 0 0,-1 0 0,1 0 0,-1 1 0,0-1 0,1 0 0,-1 0 0,0 1 0,1-1 0,-1 0 0,0 1 0,0-1 0,1 1 0,-1-1 0,0 1 0,0-1 0,0 1 0,0 0 0,-1-1 0,-39-14 0,-280-38 0,260 45 0,54 7 0,0 0 0,0 0 0,1 1 0,-1 0 0,0 0 0,0 0 0,0 1 0,1 0 0,-10 3 0,13-2 0,0-1 0,0 1 0,0 0 0,0 0 0,0 1 0,0-1 0,1 0 0,-1 1 0,1 0 0,0-1 0,-1 1 0,1 0 0,1 0 0,-1 1 0,0-1 0,1 0 0,-1 0 0,1 1 0,-1 5 0,-24 89 0,-16 133 0,32-171 0,-2 40-682,-1 152-1,13-196-6143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51.8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141 231 24575,'1'-1'0,"-1"0"0,0 0 0,0 0 0,1-1 0,-1 1 0,0 0 0,0 0 0,0 0 0,-1 0 0,1 0 0,0 0 0,0 0 0,0 0 0,-1 0 0,1 0 0,-1 0 0,1 0 0,-1 0 0,1 0 0,-1 0 0,1 0 0,-1 0 0,0 0 0,0 0 0,1 1 0,-1-1 0,0 0 0,-1 0 0,1 1 0,0 1 0,0 0 0,0 0 0,0-1 0,0 1 0,0 0 0,0 0 0,0 0 0,1 0 0,-1 0 0,0 0 0,1 0 0,-1 0 0,1 1 0,-1-1 0,1 0 0,-1 0 0,1 0 0,0 1 0,0-1 0,-1 0 0,1 0 0,0 1 0,0 1 0,0 25 0,1-1 0,1 1 0,1-1 0,1 1 0,2-1 0,10 30 0,-5-14 0,4 8 0,-10-34 0,0 0 0,0 0 0,2 33 0,-20-63 0,-4-16 0,2-5 0,1-1 0,2-1 0,1 0 0,2-1 0,2 0 0,1 0 0,1-1 0,2-45 0,4 73 0,0 0 0,1 0 0,0 0 0,1 0 0,0 0 0,1 1 0,0-1 0,0 1 0,1 0 0,0 0 0,0 0 0,1 1 0,1 0 0,-1 0 0,1 0 0,0 1 0,1 0 0,0 1 0,0-1 0,14-7 0,-12 8 0,0 0 0,1 1 0,0 0 0,0 1 0,0 0 0,0 0 0,1 2 0,-1-1 0,1 1 0,0 1 0,-1 0 0,1 1 0,0 0 0,0 1 0,0 0 0,-1 1 0,20 5 0,-28-6 0,0 0 0,0 0 0,0 0 0,0 0 0,0 1 0,0 0 0,0-1 0,-1 1 0,1 0 0,-1 0 0,1 0 0,-1 1 0,0-1 0,0 1 0,0-1 0,0 1 0,0 0 0,0-1 0,-1 1 0,0 0 0,1 0 0,-1 0 0,0 0 0,0 1 0,-1-1 0,1 0 0,-1 0 0,0 0 0,1 1 0,-1-1 0,-1 0 0,1 0 0,0 1 0,-1-1 0,0 0 0,-2 6 0,0 3 0,-2 0 0,1-1 0,-2 1 0,0-1 0,0 0 0,-1-1 0,0 0 0,-11 13 0,-10 5 0,-35 27 0,36-32 0,-38 39 0,64-61 0,0 1 0,0-1 0,-1 0 0,1 1 0,0-1 0,0 0 0,0 1 0,0-1 0,1 1 0,-1 0 0,0-1 0,1 1 0,-1 0 0,1-1 0,-1 1 0,1 0 0,0-1 0,0 1 0,-1 0 0,1 0 0,1 3 0,0-4 0,0 1 0,0-1 0,0 1 0,0-1 0,0 0 0,0 0 0,0 1 0,0-1 0,1 0 0,-1 0 0,0 0 0,1 0 0,-1-1 0,1 1 0,-1 0 0,1 0 0,-1-1 0,3 1 0,12 3 0,-1-1 0,0-1 0,31 0 0,-31-1 0,-8-1 0,15 1 0,0 2 0,22 4 0,-39-6 0,-1 0 0,0-1 0,0 2 0,-1-1 0,1 0 0,0 1 0,0 0 0,-1 0 0,1 0 0,-1 0 0,1 0 0,-1 1 0,0 0 0,0 0 0,0 0 0,0 0 0,-1 0 0,4 5 0,-5-5 0,-1-1 0,1 1 0,-1-1 0,0 1 0,0-1 0,1 1 0,-2-1 0,1 1 0,0-1 0,0 0 0,-1 1 0,0-1 0,1 1 0,-1-1 0,0 0 0,0 1 0,0-1 0,0 0 0,-1 0 0,1 0 0,-1 0 0,1 0 0,-1 0 0,0 0 0,0 0 0,1-1 0,-1 1 0,0-1 0,-1 1 0,1-1 0,-3 2 0,-10 5 0,0 1 0,0-2 0,-20 8 0,33-15 0,-52 20-273,0-3 0,-1-2 0,0-2 0,-94 8 0,117-19-6553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53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106 88 24575,'-3'-1'0,"-1"1"0,1 0 0,-1 0 0,1 1 0,0-1 0,-1 1 0,1-1 0,-1 1 0,1 0 0,0 0 0,0 1 0,0-1 0,-1 1 0,1-1 0,1 1 0,-1 0 0,-4 4 0,3-1 0,1 0 0,-1 1 0,1 0 0,0 0 0,0 0 0,1 0 0,0 1 0,-2 7 0,0 0 0,0 1 0,2-1 0,-1 1 0,2-1 0,0 1 0,1 0 0,2 16 0,-2-27 0,0 1 0,0-1 0,1 0 0,0 0 0,0 0 0,0 0 0,0 0 0,1 0 0,0 0 0,-1-1 0,1 1 0,1-1 0,-1 1 0,0-1 0,1 1 0,0-1 0,0 0 0,0 0 0,0-1 0,0 1 0,0-1 0,1 1 0,-1-1 0,1 0 0,0 0 0,0-1 0,0 1 0,0-1 0,6 2 0,-6-3 0,-1 0 0,0 0 0,0 0 0,0-1 0,0 1 0,0-1 0,0 0 0,0 0 0,0 0 0,0 0 0,0-1 0,0 1 0,0-1 0,-1 1 0,1-1 0,-1 0 0,1 0 0,-1 0 0,0 0 0,0-1 0,0 1 0,0-1 0,0 1 0,0-1 0,1-4 0,7-10 0,-1 0 0,-1-1 0,6-19 0,-5 11 0,-1 5 0,-6 15 0,0-1 0,0 1 0,0-1 0,1 1 0,0 0 0,0 0 0,1 0 0,-1 1 0,1-1 0,1 1 0,-1 0 0,7-6 0,-10 11 0,1 0 0,-1-1 0,1 1 0,-1 0 0,0 0 0,1 0 0,-1 1 0,1-1 0,-1 0 0,1 0 0,-1 1 0,0-1 0,1 1 0,-1-1 0,0 1 0,1 0 0,-1-1 0,0 1 0,0 0 0,0 0 0,1 0 0,-1 0 0,0 0 0,0 0 0,-1 0 0,1 0 0,0 0 0,0 1 0,0-1 0,-1 0 0,1 0 0,0 3 0,24 49 0,-23-46 0,3 7 0,1 0 0,1-1 0,0 1 0,1-1 0,0-1 0,17 21 0,-22-31 0,-1 1 0,0-1 0,1 0 0,-1 0 0,1 1 0,0-2 0,0 1 0,0 0 0,0-1 0,0 1 0,0-1 0,0 0 0,0 0 0,1 0 0,-1 0 0,0-1 0,1 0 0,-1 1 0,0-1 0,1 0 0,-1 0 0,1-1 0,-1 1 0,0-1 0,1 0 0,-1 0 0,0 0 0,0 0 0,0 0 0,0-1 0,0 1 0,0-1 0,0 0 0,0 0 0,3-3 0,9-10 0,0 0 0,-1-1 0,-1 0 0,-1-2 0,0 1 0,-1-1 0,13-29 0,-6 14 0,-11 21 0,-1 1 0,0-1 0,-1-1 0,0 1 0,-1-1 0,0 1 0,-1-1 0,1-15 0,-3 27 0,-1 1 0,0-1 0,0 0 0,0 1 0,-1-1 0,1 0 0,0 1 0,0-1 0,0 0 0,0 1 0,-1-1 0,1 0 0,0 1 0,-1-1 0,1 0 0,0 1 0,-1-1 0,1 1 0,-1-1 0,1 1 0,-1-1 0,1 1 0,-1-1 0,1 1 0,-1 0 0,1-1 0,-1 1 0,0 0 0,1-1 0,-1 1 0,0 0 0,-24 5 0,21-3 0,-1 0 0,1 1 0,0 0 0,0 0 0,0 0 0,0 0 0,1 0 0,-6 7 0,5 0 0,0 0 0,0 0 0,1 0 0,1 1 0,-1-1 0,2 1 0,-1-1 0,2 1 0,-1 0 0,2-1 0,-1 1 0,1 0 0,1-1 0,0 1 0,1-1 0,-1 0 0,2 0 0,0 0 0,0 0 0,1 0 0,0-1 0,0 0 0,1 0 0,13 15 0,-15-20 0,0 0 0,0-1 0,0 1 0,0-1 0,1 0 0,-1 0 0,1-1 0,0 1 0,0-1 0,0 0 0,0 0 0,0-1 0,0 0 0,1 0 0,-1 0 0,0 0 0,1-1 0,-1 0 0,1 0 0,-1 0 0,0-1 0,1 0 0,-1 0 0,0 0 0,0 0 0,10-5 0,-4 0 0,-1 1 0,1-2 0,-2 1 0,1-1 0,-1-1 0,0 0 0,-1 0 0,0-1 0,0 0 0,0 0 0,6-13 0,-5 7 0,-1 0 0,-1-1 0,0 0 0,-1 0 0,-1-1 0,-1 0 0,0 0 0,-1 0 0,1-28 0,-9 328 0,7-159 0,35 636 0,-33-732 0,3 32 0,2 80 0,-9-137 0,0 0 0,0-1 0,-1 1 0,1 0 0,0 0 0,-1 0 0,0-1 0,0 1 0,1 0 0,-2-1 0,1 1 0,0-1 0,0 1 0,-4 3 0,4-5 0,0 0 0,0-1 0,-1 1 0,1-1 0,0 1 0,0-1 0,-1 1 0,1-1 0,0 0 0,0 0 0,-1 1 0,1-1 0,0 0 0,-1 0 0,1-1 0,0 1 0,-1 0 0,1 0 0,0-1 0,0 1 0,-1 0 0,1-1 0,0 1 0,0-1 0,0 0 0,0 1 0,-1-1 0,1 0 0,0 0 0,0 0 0,0 0 0,-1-1 0,-25-24 0,0-1 0,2-1 0,1-1 0,1-2 0,2 0 0,-28-54 0,40 68 0,1 0 0,0 0 0,1 0 0,1-1 0,1 0 0,-6-37 0,10 45 0,1-1 0,0 0 0,0 1 0,1 0 0,0-1 0,1 1 0,0-1 0,1 1 0,0 0 0,1 0 0,0 1 0,0-1 0,12-17 0,10-7-73,2 0-1,1 3 0,1 0 0,46-34 1,-38 31-924,25-20-5829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53.6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148 1 24575,'-5'0'0,"0"1"0,0 0 0,1 0 0,-1 0 0,0 1 0,1 0 0,-1 0 0,1 0 0,-1 0 0,1 1 0,0-1 0,0 1 0,0 0 0,0 0 0,1 1 0,-1-1 0,1 1 0,0 0 0,0 0 0,0 0 0,1 0 0,-1 0 0,1 1 0,0-1 0,0 1 0,-1 5 0,-5 13 0,1 1 0,1-1 0,-6 48 0,3 40 0,4 0 0,11 135 0,-5-235-341,0 0 0,1 0-1,5 20 1,-1-17-6485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53.7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26 167 24575,'-5'-10'0,"-1"-7"0,0-6 0,1-4 0,2-3 0,5 5 0,8 6 0,7 6 0,10 11 0,10 5 0,8 2 0,7 1 0,3 3 0,-7 1-8191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54.0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0 24575,'-20'11'0,"1"0"0,0 1 0,1 0 0,-31 29 0,49-41 0,-1 1 0,1-1 0,-1 0 0,1 1 0,-1-1 0,1 1 0,0-1 0,-1 1 0,1-1 0,0 0 0,-1 1 0,1 0 0,0-1 0,0 1 0,0-1 0,-1 1 0,1-1 0,0 1 0,0-1 0,0 1 0,0 0 0,0-1 0,0 1 0,0-1 0,0 1 0,0-1 0,0 1 0,0 0 0,1-1 0,-1 1 0,0-1 0,0 1 0,0-1 0,1 1 0,-1-1 0,0 1 0,1-1 0,-1 1 0,0-1 0,1 0 0,-1 1 0,1-1 0,-1 1 0,1-1 0,-1 0 0,1 1 0,-1-1 0,1 0 0,-1 0 0,1 1 0,-1-1 0,1 0 0,-1 0 0,1 0 0,-1 0 0,1 0 0,0 0 0,-1 0 0,1 0 0,0 0 0,43 5 0,-41-5 0,81 2-341,0-4 0,1-4-1,104-21 1,-150 19-6485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56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142 580 24575,'-2'-2'0,"1"0"0,-1 1 0,0-1 0,0 1 0,0-1 0,0 1 0,0 0 0,-1 0 0,1 0 0,0 0 0,0 0 0,-1 0 0,1 1 0,0-1 0,-1 1 0,1-1 0,-1 1 0,1 0 0,-1 0 0,1 0 0,-1 1 0,1-1 0,0 0 0,-1 1 0,1 0 0,-1-1 0,1 1 0,0 0 0,0 0 0,0 0 0,-1 1 0,1-1 0,0 0 0,0 1 0,1-1 0,-1 1 0,0 0 0,-2 2 0,-1 3 0,-1-1 0,1 1 0,0 0 0,0 0 0,1 1 0,0-1 0,1 1 0,-1 0 0,-3 15 0,5-13 0,0 0 0,1 0 0,0 0 0,0 0 0,1 0 0,1 0 0,0 1 0,0-1 0,1 0 0,0 0 0,0-1 0,1 1 0,1 0 0,0-1 0,7 13 0,-7-15 0,0-1 0,0-1 0,1 1 0,0-1 0,0 0 0,1 0 0,-1 0 0,1 0 0,0-1 0,0 0 0,0-1 0,1 1 0,0-1 0,-1 0 0,1-1 0,0 0 0,0 0 0,0 0 0,0-1 0,1 0 0,-1 0 0,9-1 0,-5 0 0,0 0 0,0-1 0,-1 0 0,1-1 0,0 0 0,-1-1 0,1 0 0,-1 0 0,0-1 0,0-1 0,-1 1 0,1-2 0,-1 1 0,0-1 0,0-1 0,-1 0 0,0 0 0,0 0 0,12-15 0,-11 9 0,-1-1 0,0 0 0,0 0 0,-2-1 0,0 0 0,0 0 0,-1 0 0,-1-1 0,-1 0 0,0 0 0,-1 0 0,0-26 0,-3 3 0,1 30 0,-1 27 0,1 1 0,-2-3 0,2-1 0,0 1 0,1 0 0,1-1 0,0 1 0,5 16 0,-5-29 0,-1 1 0,1-1 0,0 1 0,-1-1 0,2 1 0,-1-1 0,0 0 0,1 0 0,-1 0 0,1 0 0,0-1 0,0 1 0,0-1 0,0 0 0,0 1 0,1-2 0,-1 1 0,1 0 0,-1-1 0,1 1 0,0-1 0,0 0 0,-1 0 0,1 0 0,0-1 0,0 1 0,0-1 0,0 0 0,7-1 0,1 0 0,0-1 0,-1 0 0,1 0 0,-1-1 0,0-1 0,0 0 0,0 0 0,0-1 0,-1-1 0,0 0 0,0 0 0,0-1 0,-1 0 0,0 0 0,0-1 0,-1 0 0,0-1 0,0 0 0,-1 0 0,6-12 0,1-1 0,-1 0 0,-1-2 0,-1 1 0,-1-1 0,-1-1 0,-1 0 0,-2 0 0,4-27 0,-6 28 0,-2 0 0,-1 0 0,-1-1 0,-1 1 0,-1 0 0,-1 0 0,-1 0 0,-1 0 0,-2 1 0,0-1 0,-1 2 0,-1-1 0,-1 1 0,-23-36 0,32 57 0,1 0 0,-1-1 0,0 1 0,0 0 0,0-1 0,0 1 0,0 0 0,0 0 0,-1 0 0,1 0 0,0 0 0,0 0 0,-1 0 0,1 1 0,0-1 0,-1 0 0,1 1 0,-1-1 0,1 1 0,-1-1 0,1 1 0,-1 0 0,-2-1 0,2 2 0,1 0 0,-1 0 0,1-1 0,-1 1 0,1 0 0,0 0 0,-1 0 0,1 0 0,0 1 0,0-1 0,0 0 0,0 0 0,0 1 0,0-1 0,0 1 0,0-1 0,1 1 0,-2 1 0,-4 13 0,1 1 0,1-1 0,-4 25 0,5-28 0,-16 83 0,3 2 0,5-1 0,2 137 0,9-225 0,0-1 0,1 0 0,0 0 0,1 0 0,0 0 0,0 0 0,0 0 0,1 0 0,1-1 0,4 9 0,-6-13 0,0 0 0,1 0 0,0 0 0,-1-1 0,1 1 0,0-1 0,0 1 0,1-1 0,-1 0 0,0-1 0,1 1 0,-1 0 0,1-1 0,-1 0 0,1 0 0,0 0 0,-1 0 0,1-1 0,0 1 0,0-1 0,0 0 0,-1 0 0,8-1 0,3-1 0,0-1 0,0 0 0,0-1 0,0 0 0,-1-1 0,0-1 0,0 0 0,0 0 0,-1-2 0,0 1 0,19-17 0,-18 12 0,0 0 0,0 0 0,-1-2 0,0 1 0,-1-2 0,-1 1 0,0-2 0,14-30 0,-19 33 0,-1 0 0,0-1 0,2-18 0,-5 25 0,-4 9 0,-10 38 0,8-21 0,1-1 0,1 2 0,-1 20 0,3-36 0,0-1 0,1 0 0,0 1 0,0-1 0,0 0 0,0 1 0,1-1 0,-1 1 0,1-1 0,0 0 0,0 0 0,0 1 0,0-1 0,0 0 0,1 0 0,0 0 0,-1 0 0,1 0 0,0-1 0,1 1 0,-1-1 0,0 1 0,1-1 0,-1 0 0,6 4 0,-6-6 0,0 1 0,0-1 0,0 0 0,0 0 0,0 0 0,0 0 0,0 0 0,1 0 0,-1 0 0,0-1 0,0 1 0,0-1 0,0 0 0,0 1 0,0-1 0,0 0 0,-1 0 0,1 0 0,0-1 0,0 1 0,-1 0 0,1-1 0,0 1 0,-1-1 0,0 1 0,1-1 0,1-2 0,37-59 0,-31 46 0,-5 11 0,0 0 0,0 0 0,0 0 0,1 1 0,9-10 0,-14 15 0,1-1 0,-1 1 0,1 0 0,-1-1 0,1 1 0,-1 0 0,1-1 0,-1 1 0,1 0 0,0 0 0,-1 0 0,1-1 0,-1 1 0,1 0 0,0 0 0,-1 0 0,1 0 0,-1 0 0,1 0 0,0 0 0,-1 0 0,1 0 0,-1 1 0,1-1 0,0 0 0,-1 0 0,1 0 0,0 1 0,0 1 0,1-1 0,-1 1 0,0-1 0,0 1 0,-1 0 0,1-1 0,0 1 0,0 0 0,-1 0 0,1 0 0,-1-1 0,1 1 0,-1 0 0,0 3 0,3 24 0,-2-10 0,1-1 0,1 1 0,1-1 0,7 25 0,-10-40 0,0 0 0,0 0 0,1 0 0,-1 0 0,1 0 0,-1-1 0,1 1 0,0 0 0,0-1 0,0 1 0,0-1 0,0 0 0,1 1 0,-1-1 0,1 0 0,0-1 0,-1 1 0,1 0 0,0-1 0,0 0 0,0 1 0,0-1 0,0 0 0,0-1 0,0 1 0,0 0 0,1-1 0,-1 0 0,0 0 0,0 0 0,6-1 0,-3 0 0,-1-1 0,0 0 0,0 0 0,0 0 0,-1-1 0,1 0 0,0 0 0,-1 0 0,0 0 0,0-1 0,0 0 0,0 0 0,0 0 0,-1 0 0,0 0 0,0-1 0,4-7 0,5-9 0,-1-1 0,12-35 0,-12 26 0,-2 0 0,-1 0 0,-1 0 0,-1-1 0,-2 0 0,0-39 0,-4 69 0,0-1 0,0 1 0,0-1 0,0 1 0,-1 0 0,1-1 0,-1 1 0,1-1 0,-1 1 0,0 0 0,0-1 0,0 1 0,0 0 0,0 0 0,-1 0 0,1 0 0,-1 0 0,1 0 0,-1 0 0,0 0 0,1 1 0,-1-1 0,0 1 0,0-1 0,0 1 0,0 0 0,-3-2 0,2 3 0,0 0 0,0 0 0,0 0 0,1 0 0,-1 0 0,0 0 0,0 1 0,0 0 0,1-1 0,-1 1 0,0 0 0,1 0 0,-1 0 0,1 1 0,-1-1 0,1 1 0,0-1 0,-1 1 0,1 0 0,0 0 0,0 0 0,0 0 0,-2 4 0,-4 2 0,1 1 0,1 0 0,0 1 0,0-1 0,1 1 0,0 1 0,0-1 0,1 1 0,1-1 0,0 1 0,0 0 0,-1 23 0,3-29 0,1 0 0,0 0 0,1 0 0,-1 1 0,1-1 0,0 0 0,0 0 0,1 0 0,0 0 0,-1 0 0,2-1 0,-1 1 0,0 0 0,1-1 0,0 0 0,0 0 0,0 0 0,1 0 0,-1 0 0,1 0 0,0-1 0,0 0 0,0 0 0,1 0 0,-1 0 0,1-1 0,-1 1 0,1-1 0,0 0 0,7 1 0,1 0 0,0 0 0,1-1 0,-1 0 0,18-1 0,-18-1 0,-1 1 0,1 0 0,-1 1 0,1 0 0,14 5 0,-26-7 0,1 1 0,-1 0 0,1 0 0,-1-1 0,1 1 0,-1 0 0,1 0 0,-1 0 0,0 1 0,1-1 0,-1 0 0,0 0 0,0 1 0,0-1 0,0 1 0,0-1 0,0 1 0,-1-1 0,1 1 0,0 0 0,-1-1 0,1 1 0,-1 0 0,0-1 0,1 1 0,-1 0 0,0-1 0,0 1 0,0 0 0,0 0 0,-1 1 0,-1 8 0,0 0 0,-1 0 0,0-1 0,-6 13 0,-4 18 0,12-38 0,1 0 0,-1 1 0,1-1 0,0 0 0,0 0 0,0 0 0,0 0 0,1 0 0,-1 0 0,1 0 0,0 0 0,-1 0 0,1 0 0,1 0 0,-1 0 0,3 5 0,-2-7 0,-1 1 0,1 0 0,0-1 0,0 1 0,0-1 0,0 0 0,0 0 0,0 0 0,0 0 0,0 0 0,0 0 0,0 0 0,0-1 0,1 1 0,-1-1 0,0 0 0,5 1 0,2-2 0,0 0 0,0 0 0,0 0 0,0-1 0,0-1 0,0 0 0,0 0 0,0 0 0,15-10 0,-11 5 0,-1-1 0,0 0 0,0-1 0,-1 0 0,0-1 0,0 0 0,-2 0 0,1-1 0,-1-1 0,-1 1 0,0-2 0,-1 1 0,-1-1 0,0 0 0,0 0 0,-2-1 0,6-23 0,-10 37 0,0 0 0,1-1 0,-1 1 0,0 0 0,0 0 0,0 0 0,1 0 0,-1 0 0,0 0 0,0-1 0,-1 1 0,1 0 0,0 0 0,0 0 0,-1 0 0,1 0 0,0 0 0,-1-2 0,-11 13 0,-12 32 0,19-31 0,0 0 0,1 1 0,1-1 0,0 1 0,0 0 0,-1 13 0,4-23 0,0 0 0,0 0 0,0-1 0,0 1 0,0 0 0,1-1 0,-1 1 0,0 0 0,1-1 0,-1 1 0,1 0 0,0-1 0,0 1 0,0-1 0,-1 1 0,1-1 0,1 1 0,-1-1 0,0 0 0,2 2 0,-1-2 0,1 0 0,-1 0 0,1 0 0,-1 0 0,1 0 0,0-1 0,0 1 0,-1-1 0,1 0 0,0 0 0,-1 0 0,1 0 0,0 0 0,0-1 0,-1 1 0,1-1 0,4-1 0,7-3 0,0 0 0,-1-1 0,0-1 0,0 0 0,0-1 0,-1 0 0,20-17 0,-15 11 0,0 2 0,24-14 0,-39 25 0,0 1 0,0 0 0,0-1 0,0 1 0,0 0 0,0 0 0,0 0 0,0 0 0,-1 1 0,1-1 0,0 1 0,0-1 0,0 1 0,0-1 0,0 1 0,-1 0 0,1 0 0,0 0 0,-1 0 0,1 0 0,0 0 0,1 3 0,-1-3 0,-1 0 0,1 0 0,-1 0 0,1 0 0,0 0 0,-1 0 0,1 0 0,0 0 0,0-1 0,-1 1 0,1-1 0,0 1 0,3-1 0,-4-1 0,0 1 0,0-1 0,0 0 0,0 0 0,1 0 0,-1 0 0,-1 0 0,1 0 0,0 0 0,0-1 0,0 1 0,0 0 0,-1 0 0,1-1 0,-1 1 0,1 0 0,-1-1 0,1 1 0,-1 0 0,0-1 0,1 1 0,-1-1 0,0 1 0,0-1 0,0-1 0,2-12 0,-1-1 0,0 0 0,-1 0 0,0 0 0,-5-26 0,5 38 0,-1 0 0,0 0 0,-1 0 0,1 1 0,0-1 0,-1 0 0,0 1 0,0-1 0,0 1 0,0 0 0,-1 0 0,-3-4 0,4 5 0,0 1 0,0-1 0,0 1 0,-1 0 0,1 0 0,0 0 0,0 0 0,-1 0 0,1 1 0,-1-1 0,1 1 0,0-1 0,-1 1 0,1 0 0,-1 0 0,1 0 0,-1 0 0,1 1 0,-1-1 0,1 1 0,-5 1 0,-7 3 0,1 1 0,0 0 0,0 1 0,1 1 0,0 0 0,0 0 0,0 1 0,1 1 0,1 0 0,-17 20 0,14-15 0,1 1 0,0 0 0,1 1 0,1 0 0,1 1 0,0 0 0,-8 26 0,16-39 0,-1 0 0,1 0 0,-1 0 0,1 1 0,1-1 0,-1 0 0,1 1 0,0-1 0,0 0 0,1 1 0,-1-1 0,1 0 0,0 1 0,1-1 0,-1 0 0,1 0 0,0 0 0,0 0 0,1-1 0,-1 1 0,1 0 0,0-1 0,0 0 0,1 0 0,-1 0 0,1 0 0,0 0 0,0-1 0,0 0 0,1 1 0,-1-2 0,9 5 0,3 0 0,0-1 0,0 0 0,0-1 0,1-1 0,-1-1 0,1 0 0,0-2 0,0 0 0,21-1 0,47-7-455,0-4 0,151-39 0,-167 33-6371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3:56.6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92 239 24575,'-11'-1'0,"0"0"0,0 0 0,0-1 0,0 0 0,1-1 0,-13-5 0,23 8 0,0 0 0,-1 0 0,1 0 0,0 0 0,0 0 0,0 0 0,0 0 0,0 0 0,-1 0 0,1 0 0,0 0 0,0 0 0,0 0 0,0 0 0,0 0 0,0 0 0,-1 0 0,1-1 0,0 1 0,0 0 0,0 0 0,0 0 0,0 0 0,0 0 0,0 0 0,0 0 0,0-1 0,0 1 0,0 0 0,-1 0 0,1 0 0,0 0 0,0 0 0,0-1 0,0 1 0,0 0 0,0 0 0,0 0 0,0 0 0,0 0 0,0-1 0,0 1 0,0 0 0,0 0 0,1 0 0,-1 0 0,0 0 0,0-1 0,0 1 0,0 0 0,0 0 0,0 0 0,0 0 0,0 0 0,0 0 0,0 0 0,1-1 0,-1 1 0,0 0 0,13-7 0,20-2 0,392-62 0,-121 24 0,-282 43-86,297-60-1193,-274 52-5547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02.2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0 24575,'0'0'0,"-5"0"0,-1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03.8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54 24575,'18'-24'0,"-16"21"0,0-1 0,0 1 0,0 0 0,1 0 0,0 0 0,-1 0 0,7-4 0,-9 7 0,1 0 0,-1 0 0,1 0 0,-1 0 0,1 0 0,-1 0 0,1 0 0,-1 0 0,1 0 0,-1 1 0,1-1 0,-1 0 0,1 0 0,-1 0 0,1 1 0,-1-1 0,1 0 0,-1 0 0,0 1 0,1-1 0,-1 0 0,1 1 0,-1-1 0,0 1 0,0-1 0,1 0 0,-1 1 0,0-1 0,1 1 0,-1-1 0,0 1 0,0-1 0,0 1 0,0-1 0,0 1 0,1-1 0,-1 1 0,0-1 0,0 1 0,0-1 0,0 1 0,0-1 0,-1 1 0,1-1 0,0 2 0,3 28 0,-3-28 0,-1 111 0,0-62 0,1 0 0,11 70 0,8 110 0,-4-29 0,-5-101 0,-5 0 0,-9 122 0,-26 154 0,18-265 0,7-82 0,1 0 0,1 0 0,2 1 0,1-1 0,1 1 0,7 34 0,-1-13 0,-7-42 0,1 0 0,0 0 0,0 0 0,1 0 0,1 0 0,-1-1 0,2 1 0,-1-1 0,9 15 0,-12-23 0,1-1 0,-1 0 0,0 0 0,0 0 0,1 0 0,-1 0 0,0 0 0,0 0 0,1 0 0,-1 0 0,0 0 0,0 0 0,1 0 0,-1 0 0,0 0 0,0 0 0,1 0 0,-1-1 0,0 1 0,0 0 0,1 0 0,-1 0 0,0 0 0,0 0 0,0 0 0,1-1 0,-1 1 0,0 0 0,0 0 0,0 0 0,1-1 0,-1 1 0,0 0 0,0 0 0,0-1 0,0 1 0,0 0 0,0 0 0,0 0 0,0-1 0,0 1 0,0 0 0,0-1 0,1 1 0,-1 0 0,0 0 0,-1-1 0,1 1 0,0 0 0,0 0 0,0-1 0,0 1 0,0 0 0,0-1 0,2-17 0,0-32-1365,-2 24-5461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06.0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955 20 24575,'1'1'0,"-1"0"0,1 0 0,0 0 0,-1 0 0,1 0 0,0 0 0,0-1 0,0 1 0,0 0 0,0 0 0,0-1 0,0 1 0,0-1 0,0 1 0,0-1 0,0 0 0,0 1 0,0-1 0,1 0 0,-1 0 0,0 1 0,0-1 0,0 0 0,0 0 0,0 0 0,1-1 0,-1 1 0,0 0 0,0 0 0,0-1 0,1 1 0,10-5 0,-31 0 0,-51 4 0,1 4 0,0 2 0,-123 27 0,44-7 0,61-13 0,1 4 0,0 4 0,-88 32 0,290-102 0,74-29 0,-142 56 0,-32 6 0,-16 16 0,0 0 0,0 1 0,-1-1 0,1 1 0,0-1 0,0 0 0,0 1 0,-1-1 0,1 1 0,0-1 0,-1 1 0,1-1 0,0 1 0,-1-1 0,1 1 0,-1-1 0,1 1 0,-1-1 0,1 1 0,-1 0 0,1-1 0,-1 1 0,1 0 0,-1-1 0,0 1 0,1 0 0,-1 0 0,1 0 0,-1-1 0,0 1 0,1 0 0,-1 0 0,0 0 0,0 0 0,-4-1 0,-1 1 0,1-1 0,-1 1 0,0 0 0,1 0 0,-1 1 0,1-1 0,-1 1 0,1 1 0,0-1 0,-6 3 0,-64 29 0,32-13 0,14-9 0,11-4 0,0 0 0,0 1 0,1 1 0,-20 13 0,36-21 0,-1-1 0,1 1 0,0 0 0,0 0 0,0 0 0,0 0 0,0 0 0,0 0 0,0 0 0,1 0 0,-1 1 0,0-1 0,1 0 0,-1 0 0,1 1 0,-1-1 0,1 0 0,-1 1 0,1-1 0,0 0 0,0 1 0,0-1 0,0 1 0,0 1 0,0 0 0,1-1 0,0 0 0,0 0 0,0 0 0,0 0 0,1 0 0,-1 0 0,0 0 0,1 0 0,0-1 0,-1 1 0,1 0 0,2 1 0,6 4 0,0 0 0,0-1 0,1-1 0,18 8 0,-7-7-227,-1 0-1,1-2 1,0 0-1,0-2 1,42 0-1,-37-2-6598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17.0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286 35 24575,'-37'1'0,"-10"-1"0,38 0 0,18-2 0,65-12 0,32-4 0,-94 17 0,-1 1 0,1 0 0,-1 0 0,0 1 0,1 0 0,-1 1 0,12 4 0,-20-5 0,0-1 0,0 1 0,0 0 0,0 1 0,-1-1 0,1 0 0,0 1 0,-1-1 0,1 1 0,-1 0 0,0 0 0,1 0 0,-1 0 0,0 1 0,0-1 0,0 0 0,-1 1 0,1-1 0,0 1 0,-1 0 0,0 0 0,0-1 0,0 1 0,0 0 0,0 0 0,0 0 0,-1 0 0,1 0 0,-1 0 0,0 0 0,0 0 0,0 0 0,0 0 0,-1 0 0,1 0 0,-1 0 0,0 0 0,0 0 0,0 0 0,0 0 0,-2 3 0,-4 9 0,0 0 0,-1-1 0,-1 0 0,0 0 0,-1 0 0,-13 13 0,-21 15 0,-1-1 0,-96 66 0,53-42 0,-41 32 0,129-97 0,-1 1 0,0-1 0,1 0 0,-1 1 0,0-1 0,1 0 0,-1 1 0,0-1 0,1 1 0,-1-1 0,1 1 0,-1-1 0,1 1 0,-1-1 0,1 1 0,0 0 0,-1-1 0,1 1 0,0 0 0,-1-1 0,1 1 0,0 0 0,0-1 0,0 1 0,-1 0 0,1-1 0,0 1 0,0 0 0,0 1 0,21 0 0,40-15 0,-58 12 0,225-69 132,-64 17-1629,-152 49-5329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18.1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240 1 24575,'-2'15'0,"-1"0"0,0 0 0,-2 0 0,1 0 0,-2-1 0,-10 21 0,4-7 0,-74 138 0,57-115 0,-38 92 0,66-142 0,0-1 0,1 1 0,-1 0 0,1 0 0,-1 0 0,1 0 0,-1 0 0,1 0 0,0 0 0,0 0 0,-1 0 0,1 0 0,0 0 0,0 0 0,0 0 0,0 0 0,0 0 0,0 0 0,0 0 0,1 0 0,-1 1 0,0-1 0,0 0 0,1 0 0,-1-1 0,1 1 0,-1 0 0,1 0 0,-1 0 0,1 0 0,0 0 0,-1 0 0,1-1 0,0 1 0,0 0 0,-1 0 0,1-1 0,0 1 0,0-1 0,0 1 0,0-1 0,0 1 0,0-1 0,0 0 0,0 1 0,0-1 0,0 0 0,0 0 0,0 1 0,0-1 0,0 0 0,0 0 0,0 0 0,0-1 0,0 1 0,2 0 0,10-2 0,1 0 0,-1-1 0,23-8 0,-11 3 0,47-2 0,-53 9 0,-1-1 0,32-8 0,-50 10 0,1 0 0,0-1 0,0 1 0,0 0 0,0 0 0,0-1 0,-1 1 0,1 0 0,0-1 0,0 1 0,0-1 0,-1 1 0,1-1 0,0 1 0,-1-1 0,1 1 0,-1-1 0,1 0 0,0 0 0,-1 1 0,1-1 0,-1 0 0,0 0 0,1 1 0,-1-1 0,0 0 0,1 0 0,-1 0 0,0-1 0,0 1 0,-1-1 0,1 1 0,-1-1 0,1 0 0,-1 1 0,0-1 0,1 1 0,-1 0 0,0-1 0,0 1 0,0 0 0,0-1 0,0 1 0,-2-1 0,-48-35 0,50 36 0,-4-2 0,-1-1 0,1 1 0,-1 0 0,1 0 0,-1 1 0,0 0 0,-12-3 0,18 5 0,-1 0 0,1 0 0,-1 0 0,0 0 0,1 0 0,-1 1 0,1-1 0,-1 0 0,0 0 0,1 0 0,-1 1 0,1-1 0,-1 0 0,1 1 0,-1-1 0,1 0 0,-1 1 0,1-1 0,-1 1 0,1-1 0,-1 0 0,1 1 0,0-1 0,-1 1 0,1 0 0,0-1 0,-1 1 0,1-1 0,0 2 0,-1 1 0,1 0 0,-1 1 0,1-1 0,0 1 0,0-1 0,0 0 0,1 1 0,-1-1 0,2 4 0,43 169 134,-7-35-1633,-32-117-5327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18.9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24575,'0'5'0,"0"6"0,0 6 0,0 6 0,0 2 0,0 3 0,0 1 0,0 0 0,0 1 0,0-1 0,0 0 0,0 0 0,0-5-8191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19.9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82 24575,'0'-3'0,"-1"0"0,0 0 0,0 1 0,0-1 0,0 1 0,0-1 0,-1 1 0,1-1 0,-1 1 0,1 0 0,-1 0 0,0 0 0,0 0 0,0 0 0,0 0 0,0 0 0,-1 1 0,-2-3 0,-46-23 0,46 25 0,-1 1 0,1-1 0,0 1 0,0 0 0,-1 0 0,1 0 0,0 1 0,-1 0 0,1 0 0,-1 0 0,1 1 0,-1-1 0,1 1 0,0 1 0,0-1 0,0 1 0,-9 4 0,11-4 0,-1 0 0,1 1 0,0 0 0,0-1 0,0 1 0,1 1 0,-1-1 0,1 0 0,-1 1 0,1-1 0,0 1 0,0-1 0,1 1 0,-1 0 0,1 0 0,0 0 0,0 0 0,0 0 0,0 0 0,1 0 0,-1 0 0,1 0 0,1 7 0,-1-5 0,1 0 0,0-1 0,0 1 0,0-1 0,1 1 0,-1-1 0,1 1 0,1-1 0,-1 0 0,1 0 0,0 0 0,0 0 0,0-1 0,1 1 0,0-1 0,7 8 0,6 1 0,0 0 0,1-1 0,24 13 0,-27-17 0,0 1 0,-1 0 0,0 0 0,-1 2 0,13 12 0,-24-22 0,-1 0 0,0 0 0,1 1 0,-1-1 0,0 0 0,0 1 0,0-1 0,0 1 0,0-1 0,0 1 0,0 0 0,-1-1 0,1 1 0,-1 0 0,1 0 0,-1-1 0,1 1 0,-1 0 0,0 0 0,0 0 0,0 0 0,0-1 0,0 1 0,-1 0 0,1 0 0,0 0 0,-1-1 0,1 1 0,-1 0 0,0-1 0,0 1 0,1 0 0,-1-1 0,0 1 0,0-1 0,-1 1 0,1-1 0,0 0 0,0 1 0,-1-1 0,1 0 0,-1 0 0,1 0 0,-1 0 0,1 0 0,-1 0 0,0 0 0,1-1 0,-1 1 0,-2 0 0,-5 3 0,0-1 0,0 0 0,-1 0 0,1-1 0,-1-1 0,0 1 0,1-1 0,-13-1 0,20 0 0,0 0 0,0 0 0,-1 0 0,1-1 0,0 1 0,0 0 0,0-1 0,0 0 0,0 1 0,0-1 0,0 0 0,0 0 0,0 0 0,0 0 0,1 0 0,-1-1 0,0 1 0,1 0 0,-1-1 0,1 0 0,-1 1 0,-1-4 0,2 2 0,0 0 0,0 1 0,1-1 0,-1 0 0,1 0 0,0 1 0,0-1 0,0 0 0,0 0 0,0 0 0,1 0 0,-1 1 0,1-1 0,0 0 0,1-2 0,4-11 0,2 0 0,0 1 0,0 0 0,15-19 0,-8 9-195,-1 0 0,-1-1 0,-1-1 0,-2 0 0,0 0 0,6-32 0,-11 40-6631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20.5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142 53 24575,'-14'-1'0,"13"0"0,0 1 0,0 0 0,0 0 0,0 0 0,0-1 0,0 1 0,0 0 0,0 0 0,0 1 0,0-1 0,0 0 0,0 0 0,0 0 0,0 1 0,0-1 0,1 0 0,-1 1 0,0-1 0,0 1 0,0-1 0,0 1 0,0-1 0,1 1 0,-1 0 0,0-1 0,1 1 0,-1 0 0,0-1 0,1 1 0,-1 0 0,1 0 0,-1 0 0,0 1 0,-13 21 0,1 0 0,1 1 0,0 1 0,2 0 0,1 0 0,1 1 0,2 0 0,-7 49 0,12-71 0,1 1 0,0-1 0,0 1 0,0-1 0,1 0 0,-1 1 0,1-1 0,0 0 0,0 1 0,1-1 0,-1 0 0,1 0 0,0 0 0,0 0 0,0 0 0,1 0 0,-1-1 0,4 4 0,-3-4 0,0-1 0,0 0 0,0 1 0,0-1 0,1-1 0,-1 1 0,1 0 0,-1-1 0,1 0 0,-1 0 0,1 0 0,0 0 0,0 0 0,-1-1 0,1 0 0,0 0 0,0 0 0,0 0 0,0 0 0,-1-1 0,6-1 0,9-2 0,0-2 0,-1 0 0,1-1 0,-1 0 0,-1-1 0,0-1 0,0-1 0,-1 0 0,0-1 0,0-1 0,-1 0 0,-1-1 0,17-21 0,-27 30-4,0-1-1,0 0 1,0-1-1,-1 1 1,0 0-1,0-1 1,0 1 0,-1-1-1,1 0 1,-1 1-1,-1-1 1,1 0-1,-1 0 1,0 0-1,0 1 1,-1-1-1,-1-6 1,0 3 22,-1 0 0,0 1 0,0-1 1,-1 1-1,0 0 0,-1 0 0,1 1 0,-1-1 1,-1 1-1,-9-10 0,8 9-96,-1 0 0,-1 0 0,1 1-1,-1 0 1,-1 1 0,1 0 0,-1 0 0,0 1 0,0 1-1,0-1 1,-1 1 0,0 1 0,0 0 0,0 1 0,0 0-1,0 1 1,0 0 0,-13 0 0,-1 6-6748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21.2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158 1 24575,'-5'0'0,"-1"1"0,1 0 0,0 1 0,0-1 0,-1 1 0,1 0 0,0 0 0,1 1 0,-1-1 0,0 1 0,1 0 0,-1 0 0,1 1 0,0-1 0,0 1 0,0 0 0,1 0 0,-1 0 0,1 1 0,0-1 0,0 1 0,-2 5 0,-7 13 0,1 0 0,2 0 0,-10 32 0,18-49 0,0-1 0,0 1 0,0 0 0,1 0 0,-1-1 0,2 1 0,-1 0 0,1 0 0,-1-1 0,1 1 0,1 0 0,-1-1 0,1 1 0,0-1 0,1 1 0,-1-1 0,1 0 0,0 0 0,0 0 0,1 0 0,-1-1 0,1 0 0,0 1 0,0-1 0,1 0 0,-1-1 0,1 1 0,0-1 0,0 0 0,0 0 0,0-1 0,0 1 0,1-1 0,-1 0 0,1-1 0,-1 1 0,1-1 0,0 0 0,-1-1 0,1 1 0,0-1 0,0 0 0,11-2 0,-4 0 0,0-1 0,0-1 0,0 0 0,-1-1 0,0 0 0,0-1 0,0 0 0,-1-1 0,0 0 0,0 0 0,0-2 0,10-10 0,-15 14 0,-1 0 0,0 0 0,0 0 0,0-1 0,0 0 0,-1 0 0,0 0 0,0-1 0,-1 0 0,0 1 0,0-1 0,0 0 0,-1 0 0,0-1 0,0 1 0,-1 0 0,0-1 0,-1 1 0,1 0 0,-1-1 0,-1 1 0,-1-14 0,0 16 6,1 1-1,-1 0 0,0 0 1,-1-1-1,1 1 0,-1 1 1,0-1-1,0 0 0,0 1 1,0-1-1,0 1 1,-1 0-1,0 0 0,0 0 1,1 1-1,-1-1 0,-1 1 1,1 0-1,0 0 0,-1 0 1,-7-1-1,-7-2-359,0 1 0,0 1-1,-34-1 1,52 4 288,-46-2-6760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21.9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2318 116 24575,'-5'-3'0,"0"0"0,0-1 0,0 2 0,0-1 0,-1 0 0,0 1 0,1 0 0,-1 1 0,-7-2 0,-11-4 0,-48-14 0,-1 3 0,0 3 0,-1 3 0,-101-3 0,54 13 0,-236 28 0,248-9 0,0 4 0,1 5 0,2 5 0,1 4 0,1 5 0,-190 105 0,260-125 0,2 1 0,0 2 0,1 1 0,2 2 0,0 1 0,-47 59 0,65-73 0,1 1 0,1 0 0,0 0 0,1 1 0,1 0 0,0 1 0,1-1 0,1 1 0,0 0 0,1 1 0,1-1 0,1 1 0,0 0 0,1-1 0,0 1 0,2 0 0,0 0 0,5 25 0,-1-28 0,0 0 0,1 0 0,0 0 0,1-1 0,0 1 0,1-2 0,1 1 0,0-1 0,1-1 0,0 0 0,1 0 0,0-1 0,0 0 0,1-1 0,1 0 0,-1-1 0,27 12 0,-2-3 0,1-1 0,0-2 0,1-1 0,1-3 0,56 8 0,5-6 0,1-5 0,-1-4 0,190-20 0,301-78 0,-312 41 0,458-152 0,-696 191 0,-1-1 0,0-3 0,-2-1 0,0-2 0,70-53 0,-98 65 0,0 0 0,0-1 0,-1 0 0,-1-1 0,0 0 0,0 0 0,-1-1 0,-1 0 0,8-18 0,-12 21 0,0 0 0,0-1 0,-1 1 0,0-1 0,-1 1 0,0-1 0,-1 0 0,0 0 0,-1 1 0,0-1 0,-1 1 0,0-1 0,0 1 0,-6-15 0,2 11 0,-1 0 0,0 0 0,-1 1 0,-1 0 0,0 1 0,0 0 0,-2 0 0,1 1 0,-1 0 0,-1 1 0,0 0 0,0 1 0,-26-15 0,2 5 0,-1 1 0,-1 1 0,0 3 0,-44-12 0,-15 3 30,-1 4 0,0 4 0,-162-3 0,118 19-773,-268 36 1,262-12-6084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38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24575,'2'-6'0,"2"12"0,9 28 0,9 51 0,-14-14 0,-2 1 0,-10 142 0,-15-78-1365,16-112-5461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39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35 106 24575,'-4'-4'0,"-2"-6"0,-4-6 0,0-4 0,6 2 0,7 3 0,9 4 0,10 5 0,10 2 0,8 3 0,7 1 0,7 1 0,4-1 0,4 1 0,1 4 0,-2 1 0,-7 0 0,-12-2-8191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39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5 24575,'-13'8'0,"-8"8"0,-6 1 0,3 2 0,9-3 0,12-3 0,14-9 0,15-5 0,11-6 0,8-3 0,10-3 0,7-4 0,8-8 0,-10 0-8191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39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21 24575,'-2'-2'0,"0"0"0,0 0 0,0 0 0,-1 0 0,1 1 0,-1-1 0,1 0 0,-1 1 0,0 0 0,1 0 0,-5-2 0,7 3 0,-1 0 0,1 0 0,-1 0 0,1 0 0,0 0 0,-1 0 0,1 0 0,-1 0 0,1 1 0,-1-1 0,1 0 0,-1 0 0,1 0 0,0 0 0,-1 1 0,1-1 0,-1 0 0,1 0 0,0 1 0,-1-1 0,1 0 0,0 0 0,-1 1 0,1-1 0,0 1 0,0-1 0,-1 1 0,-1 21 0,21 104 0,6 68 0,-25-65 0,-25 203 0,3-97 0,21-226 0,1 0 0,0 0 0,0 1 0,1-1 0,4 17 0,-5-25 0,1 0 0,-1 0 0,0 0 0,1 0 0,-1 0 0,1 0 0,-1 0 0,1-1 0,-1 1 0,1 0 0,0 0 0,-1 0 0,1-1 0,0 1 0,0 0 0,0 0 0,-1-1 0,1 1 0,0-1 0,0 1 0,0-1 0,0 1 0,1-1 0,0 0 0,0 0 0,0 0 0,0-1 0,0 1 0,0-1 0,0 1 0,0-1 0,-1 0 0,1 0 0,0 1 0,0-1 0,-1-1 0,1 1 0,-1 0 0,1 0 0,-1-1 0,3-1 0,8-10 0,0-1 0,-1 1 0,0-2 0,-1 0 0,-1 0 0,0 0 0,-1-1 0,-1-1 0,0 1 0,-1-1 0,-1 0 0,-1-1 0,-1 1 0,0-1 0,1-29 0,-3 32 0,-1 0 0,-1 0 0,0 0 0,0 0 0,-2 1 0,0-1 0,-1 0 0,0 1 0,-1 0 0,-1 0 0,0 0 0,-1 1 0,0 0 0,-1 0 0,0 1 0,-1 0 0,-1 1 0,-20-20 0,19 22 0,0 1 0,0 1 0,-1 0 0,0 0 0,0 1 0,0 1 0,-1 0 0,-22-6 0,-1 4 0,-69-3 0,96 9 0,9 1 0,0 0 0,0 0 0,0 0 0,0-1 0,0 1 0,0 0 0,0 0 0,0 0 0,0 0 0,0 0 0,0 0 0,0 0 0,0 0 0,0-1 0,0 1 0,0 0 0,0 0 0,0 0 0,0 0 0,0 0 0,0 0 0,0 0 0,0-1 0,0 1 0,0 0 0,0 0 0,0 0 0,0 0 0,0 0 0,0 0 0,0 0 0,0 0 0,0 0 0,-1 0 0,1-1 0,0 1 0,0 0 0,0 0 0,0 0 0,0 0 0,0 0 0,0 0 0,0 0 0,0 0 0,-1 0 0,1 0 0,0 0 0,0 0 0,0 0 0,0 0 0,0 0 0,0 0 0,17-8 0,28-5 0,151-34-1365,-125 29-5461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41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29 24575,'-17'-14'0,"2"-1"0,14 15 0,1 0 0,-1 0 0,1 0 0,-1 0 0,1 0 0,-1 0 0,1 0 0,-1 0 0,1 1 0,-1-1 0,1 0 0,-1 0 0,1 0 0,-1 1 0,1-1 0,0 0 0,-1 0 0,1 1 0,-1-1 0,1 0 0,0 1 0,-1-1 0,1 1 0,0-1 0,-1 0 0,1 1 0,0-1 0,0 1 0,-1-1 0,1 1 0,0-1 0,0 1 0,0-1 0,0 0 0,0 1 0,0-1 0,0 1 0,0 0 0,0 0 0,-2 9 0,2 1 0,-1 0 0,1-1 0,1 1 0,0-1 0,1 1 0,0-1 0,0 1 0,1-1 0,7 17 0,6 30 0,-11-33-170,0 1-1,-2 0 0,-1 0 1,-1 0-1,-1 0 0,-1 0 1,-6 31-1,1-38-6655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41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52 24575,'0'-4'0,"-4"-1"0,-2-5 0,5 0 0,6 1 0,8 3 0,5 2 0,4 2 0,7 1 0,7 5 0,2 2 0,3-1 0,3 0 0,-1-1 0,-9-2-8191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43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116 426 24575,'-40'35'0,"31"-28"0,0 0 0,0 1 0,1 0 0,0 0 0,0 0 0,-11 19 0,18-26 0,0 0 0,1 0 0,-1 0 0,1 0 0,-1 0 0,1 0 0,-1 0 0,1 0 0,0 1 0,0-1 0,-1 0 0,1 0 0,0 0 0,0 0 0,0 0 0,0 1 0,0-1 0,0 0 0,1 0 0,-1 0 0,0 0 0,1 1 0,-1-1 0,1 0 0,-1 0 0,2 1 0,-1 0 0,1-1 0,-1 0 0,1 0 0,0 1 0,-1-1 0,1 0 0,0-1 0,0 1 0,0 0 0,0 0 0,0-1 0,0 1 0,3-1 0,7 2 0,0-2 0,-1 1 0,1-2 0,13-1 0,47-9 0,0-3 0,-1-3 0,85-33 0,-153 49 0,0 0 0,0 0 0,-1-1 0,1 1 0,-1-1 0,1 0 0,-1 0 0,1 0 0,-1 0 0,0 0 0,0 0 0,0-1 0,0 1 0,-1-1 0,3-3 0,-4 5 0,1 0 0,-1-1 0,0 1 0,1 0 0,-1 0 0,0-1 0,0 1 0,0 0 0,0 0 0,0-1 0,0 1 0,0 0 0,-1 0 0,1 0 0,0-1 0,-1 1 0,1 0 0,-1 0 0,1 0 0,-1 0 0,1 0 0,-1-1 0,0 1 0,0 1 0,1-1 0,-1 0 0,0 0 0,0 0 0,0 0 0,0 0 0,0 1 0,0-1 0,0 1 0,0-1 0,-1 0 0,1 1 0,0 0 0,-2-1 0,2 0 0,0 1 0,0-1 0,-1 1 0,1 0 0,0-1 0,0 1 0,0 0 0,0 0 0,0 0 0,0 0 0,0 0 0,0 0 0,-1 0 0,1 0 0,0 0 0,0 0 0,0 1 0,0-1 0,0 0 0,0 1 0,0-1 0,0 1 0,0-1 0,0 1 0,0 0 0,-1 0 0,0 1 0,1 0 0,-1 0 0,1 1 0,-1-1 0,1 0 0,0 1 0,0-1 0,0 1 0,0-1 0,-1 6 0,0 6 0,0 0 0,0 0 0,2 17 0,0-28 0,-1 17 0,1 32 0,0-49 0,0 0 0,1 0 0,-1 0 0,1-1 0,-1 1 0,1 0 0,0 0 0,0-1 0,0 1 0,0 0 0,1-1 0,-1 1 0,3 2 0,-3-4 0,0-1 0,0 1 0,0-1 0,1 1 0,-1-1 0,0 0 0,0 1 0,0-1 0,0 0 0,1 0 0,-1 0 0,0 0 0,0 0 0,0 0 0,0 0 0,1 0 0,-1-1 0,0 1 0,0 0 0,0-1 0,0 1 0,0-1 0,0 1 0,0-1 0,0 1 0,0-1 0,1-1 0,32-22 0,-30 20 0,70-60 0,-53 43 0,1 1 0,1 0 0,1 2 0,1 1 0,0 1 0,52-24 0,-75 39 0,-1 0 0,1 1 0,0-1 0,0 0 0,0 1 0,0 0 0,-1-1 0,1 1 0,0 0 0,0 0 0,0 0 0,0 0 0,0 0 0,0 1 0,0-1 0,0 0 0,-1 1 0,1 0 0,0-1 0,0 1 0,0 0 0,-1 0 0,1 0 0,-1 0 0,1 0 0,0 0 0,-1 0 0,0 1 0,1-1 0,-1 1 0,0-1 0,0 1 0,0-1 0,0 1 0,0 0 0,0-1 0,0 1 0,0 0 0,-1 0 0,1 0 0,-1-1 0,1 1 0,-1 0 0,0 3 0,3 12 0,-2 0 0,0 0 0,-1 0 0,-2 21 0,1-5 0,1-29 0,0 0 0,0-1 0,0 1 0,1 0 0,-1 0 0,1 0 0,0 0 0,0-1 0,1 1 0,-1 0 0,1-1 0,-1 1 0,1-1 0,0 0 0,1 0 0,-1 1 0,1-1 0,-1-1 0,1 1 0,0 0 0,6 4 0,-5-5 0,0-1 0,0 1 0,0-1 0,0 0 0,0 0 0,0 0 0,1 0 0,-1-1 0,0 0 0,1 0 0,-1 0 0,0 0 0,1-1 0,-1 1 0,0-1 0,1 0 0,-1-1 0,0 1 0,6-3 0,10-6 0,1-1 0,-2-1 0,0 0 0,0-2 0,-1 0 0,-1-1 0,0-1 0,-1 0 0,-1-1 0,0-1 0,13-22 0,-26 37 0,0 0 0,-1-1 0,1 1 0,-1 0 0,0-1 0,1 1 0,-2-1 0,1 1 0,0-1 0,-1 0 0,1-3 0,-1 6 0,-1 0 0,1 1 0,0-1 0,0 0 0,0 1 0,0-1 0,-1 0 0,1 1 0,0-1 0,0 0 0,-1 1 0,1-1 0,-1 1 0,1-1 0,0 0 0,-1 1 0,1-1 0,-1 1 0,1 0 0,-1-1 0,0 1 0,1-1 0,-2 0 0,0 1 0,1 0 0,-1-1 0,0 1 0,0 0 0,1 0 0,-1 0 0,0 0 0,0 0 0,1 1 0,-1-1 0,0 0 0,0 1 0,-3 1 0,-13 6 0,0 0 0,1 1 0,0 2 0,0-1 0,1 2 0,0 0 0,1 1 0,1 1 0,0 0 0,0 1 0,2 0 0,-16 24 0,26-36 0,1-1 0,-1 1 0,1 0 0,0-1 0,0 1 0,0 0 0,0 0 0,0 0 0,0-1 0,1 1 0,0 0 0,-1 0 0,1 0 0,0 0 0,1 0 0,-1 0 0,1 4 0,0-5 0,0-1 0,0 1 0,0-1 0,1 0 0,-1 1 0,0-1 0,1 0 0,-1 0 0,0 0 0,1 0 0,-1 0 0,1 0 0,0 0 0,-1-1 0,1 1 0,0 0 0,-1-1 0,1 1 0,0-1 0,0 0 0,0 0 0,-1 0 0,1 0 0,0 0 0,0 0 0,0 0 0,-1 0 0,1-1 0,3 0 0,11-2 0,-1-1 0,1-1 0,-1 0 0,0-1 0,0 0 0,-1-1 0,1-1 0,-2-1 0,1 0 0,-1 0 0,-1-1 0,23-24 0,-23 22 0,0-1 0,-1-1 0,-1 0 0,0 0 0,-1-1 0,0-1 0,-1 1 0,-1-1 0,-1 0 0,0-1 0,6-33 0,-10 34 0,-2-1 0,0 1 0,-1-1 0,0 1 0,-2-1 0,0 1 0,0 0 0,-2 0 0,0 0 0,-1 1 0,0-1 0,-1 2 0,-1-1 0,0 1 0,-1 0 0,-1 0 0,-21-22 0,30 34 0,0 1 0,-1-1 0,1 1 0,0 0 0,-1-1 0,1 1 0,-1 0 0,1 0 0,-1 0 0,0 0 0,1 0 0,-1 1 0,0-1 0,0 0 0,1 1 0,-1 0 0,0-1 0,0 1 0,0 0 0,0 0 0,0 0 0,1 0 0,-1 0 0,0 0 0,0 0 0,0 1 0,0-1 0,0 1 0,1-1 0,-1 1 0,0 0 0,0 0 0,1 0 0,-1 0 0,1 0 0,-1 0 0,1 0 0,-1 0 0,1 1 0,0-1 0,-1 0 0,1 1 0,0-1 0,0 1 0,0 0 0,0-1 0,0 1 0,0 3 0,-5 8 0,0 1 0,2 0 0,-1 0 0,-3 29 0,-1 13 0,3 0 0,1 86 0,5-117 0,2 0 0,1 0 0,1 0 0,1 0 0,1 0 0,1-1 0,1 0 0,12 23 0,-18-42 0,1 1 0,0-1 0,0 0 0,1 0 0,-1-1 0,1 1 0,0-1 0,1 0 0,-1 0 0,1 0 0,-1-1 0,1 1 0,0-1 0,1 0 0,-1-1 0,0 1 0,1-1 0,6 2 0,-4-3 0,1 1 0,0-2 0,0 1 0,0-1 0,0 0 0,0-1 0,-1 0 0,1-1 0,0 1 0,-1-2 0,10-2 0,1-3 0,-1 0 0,0 0 0,-1-2 0,0 0 0,0-1 0,-1-1 0,-1-1 0,0 0 0,0 0 0,15-20 0,-26 26 0,1-1 0,-1 1 0,0-1 0,0 1 0,-1-1 0,0 0 0,0 0 0,-1 0 0,0-1 0,-1 1 0,2-15 0,-3 18 0,0 0 0,0 0 0,0 0 0,-1 0 0,0 0 0,0 0 0,0 0 0,0 0 0,-1 0 0,0 1 0,0-1 0,0 1 0,0-1 0,-1 1 0,0 0 0,0 0 0,0 0 0,0 0 0,-1 0 0,1 1 0,-5-4 0,7 6 0,0 1 0,-1-1 0,1 0 0,0 0 0,0 1 0,-1-1 0,1 1 0,0 0 0,-1-1 0,1 1 0,0 0 0,-1-1 0,1 1 0,-1 0 0,1 0 0,0 0 0,-1 1 0,1-1 0,-1 0 0,1 0 0,0 1 0,-1-1 0,1 1 0,-2 0 0,0 1 0,0 0 0,-1 0 0,1 1 0,1-1 0,-1 1 0,0 0 0,1 0 0,-1 0 0,-1 3 0,-3 4 0,1 1 0,0 0 0,1 0 0,1 0 0,-4 12 0,5-15 0,1 1 0,1-1 0,0 1 0,0-1 0,0 1 0,1-1 0,1 1 0,-1 0 0,1-1 0,1 1 0,4 13 0,-5-17 0,1-1 0,0 0 0,0 0 0,0 0 0,1 0 0,0-1 0,-1 1 0,1-1 0,0 1 0,1-1 0,-1 0 0,0 0 0,1 0 0,0-1 0,0 1 0,0-1 0,0 0 0,0 0 0,0 0 0,0-1 0,1 0 0,-1 1 0,9 0 0,-6-1 0,-1 0 0,1-1 0,0 0 0,0 0 0,0 0 0,0-1 0,0 0 0,0 0 0,0-1 0,0 1 0,-1-2 0,1 1 0,-1-1 0,1 0 0,-1 0 0,0-1 0,0 1 0,-1-2 0,1 1 0,-1 0 0,0-1 0,0 0 0,0 0 0,-1-1 0,0 1 0,0-1 0,0 0 0,-1 0 0,1 0 0,-2-1 0,3-6 0,-4 11 0,0-1 0,0 1 0,0 0 0,0-1 0,0 1 0,0 0 0,0 0 0,1 0 0,-1 0 0,1 0 0,0 0 0,-1 0 0,1 0 0,0 1 0,0-1 0,0 0 0,0 1 0,1 0 0,-1 0 0,0 0 0,0 0 0,1 0 0,-1 0 0,1 0 0,-1 1 0,1-1 0,-1 1 0,1 0 0,-1-1 0,1 1 0,-1 1 0,1-1 0,-1 0 0,1 0 0,-1 1 0,1 0 0,2 0 0,10 5 0,-1 0 0,1 0 0,-1 1 0,25 18 0,-21-14 0,35 27 0,-44-29 0,1-2 0,-1 1 0,2-2 0,-1 1 0,1-1 0,0-1 0,0 0 0,20 6 0,-30-11 0,1 1 0,-1-1 0,1 1 0,0-1 0,-1 0 0,1 0 0,-1 0 0,1 0 0,0 0 0,-1-1 0,1 1 0,0 0 0,-1-1 0,1 1 0,-1-1 0,1 1 0,-1-1 0,1 0 0,-1 0 0,0 0 0,1 1 0,-1-1 0,0-1 0,3-1 0,-3 1 0,0-1 0,1 1 0,-1-1 0,0 0 0,0 0 0,0 1 0,0-1 0,-1 0 0,1 0 0,-1 0 0,0 0 0,0-5 0,-1-4 0,0 0 0,-1 0 0,0 0 0,-1 0 0,-7-18 0,1 6 0,-19-41 0,26 60 0,-1 1 0,0-1 0,0 1 0,0-1 0,0 1 0,-1 0 0,0 1 0,1-1 0,-2 0 0,-5-3 0,9 6 0,-1 0 0,0 1 0,0-1 0,0 1 0,0-1 0,-1 1 0,1 0 0,0 0 0,0-1 0,0 2 0,0-1 0,0 0 0,0 0 0,0 1 0,0-1 0,0 1 0,0-1 0,0 1 0,0 0 0,0 0 0,0 0 0,0 0 0,1 0 0,-1 0 0,-3 3 0,-40 43 0,38-39 0,-69 90-45,-75 125 0,81-115-1230,55-84-5551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44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77 206 24575,'-4'-4'0,"0"1"0,0-1 0,0 1 0,-1 0 0,1 0 0,-1 1 0,0-1 0,-5-1 0,9 4 0,0-1 0,0 1 0,0 0 0,0 0 0,0 0 0,0 0 0,0 0 0,0 0 0,0 0 0,0 0 0,0 0 0,0 0 0,0 1 0,0-1 0,0 0 0,0 1 0,0-1 0,0 1 0,0-1 0,0 1 0,1-1 0,-1 1 0,0-1 0,0 1 0,0 0 0,1 0 0,-1-1 0,0 1 0,1 0 0,-1 0 0,1 0 0,-1 0 0,1 0 0,-1 0 0,1 0 0,0 0 0,-1 0 0,1 0 0,0 0 0,0 0 0,0 0 0,0 0 0,0 0 0,0 0 0,0 0 0,0 0 0,0 0 0,1 1 0,-1 24 0,1 0 0,8 42 0,1 11 0,-9 21 0,-2-63 0,2 0 0,7 49 0,-8-85 0,0 0 0,0-1 0,0 1 0,0 0 0,0 0 0,0-1 0,0 1 0,0 0 0,0 0 0,1-1 0,-1 1 0,0 0 0,0 0 0,1-1 0,-1 1 0,1 0 0,-1-1 0,0 1 0,1-1 0,-1 1 0,1 0 0,-1-1 0,1 1 0,0-1 0,-1 1 0,1-1 0,-1 0 0,2 1 0,9-18 0,4-37 0,5-44 0,15-185 0,-34 264 0,-2 0 0,0 0 0,-1 0 0,-1 0 0,-1 0 0,-1 1 0,0 0 0,-1 0 0,-10-19 0,16 36 0,-1 0 0,1 0 0,-1 0 0,1 0 0,-1 0 0,1 0 0,0 0 0,-1 0 0,1 0 0,0 0 0,0 0 0,0 0 0,0 0 0,0 0 0,0 0 0,0 0 0,0 0 0,1-1 0,12-4 0,33 15 0,-30-5 0,142 26-1365,-119-25-5461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45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147 186 24575,'-10'1'0,"0"0"0,0 1 0,0 0 0,0 1 0,1 0 0,-1 1 0,1 0 0,0 0 0,0 1 0,0 0 0,0 0 0,1 1 0,-9 8 0,16-14 0,1 1 0,-1 0 0,0-1 0,1 1 0,-1 0 0,1-1 0,0 1 0,-1 0 0,1 0 0,-1-1 0,1 1 0,0 0 0,0 0 0,-1 0 0,1-1 0,0 1 0,0 0 0,0 0 0,0 0 0,0 0 0,0-1 0,0 1 0,0 0 0,0 0 0,1 0 0,-1 0 0,0-1 0,1 2 0,0-1 0,0 1 0,0-1 0,1 0 0,-1 0 0,0 0 0,1 0 0,-1 0 0,1-1 0,-1 1 0,1 0 0,-1-1 0,1 1 0,2 0 0,56 6 0,-57-6 0,283-1 0,-144-2 0,-129 2 0,-9 1 0,1-1 0,0 0 0,-1 0 0,1 0 0,-1-1 0,1 1 0,-1-1 0,1 0 0,-1 0 0,0-1 0,1 1 0,4-3 0,-9 3 0,0 1 0,0 0 0,0-1 0,0 1 0,0 0 0,0-1 0,0 1 0,-1-1 0,1 1 0,0 0 0,0-1 0,0 1 0,0 0 0,0-1 0,-1 1 0,1 0 0,0 0 0,0-1 0,-1 1 0,1 0 0,0-1 0,0 1 0,-1 0 0,1 0 0,0 0 0,-1-1 0,1 1 0,0 0 0,-1 0 0,1 0 0,0 0 0,-1 0 0,1 0 0,0-1 0,-1 1 0,1 0 0,-1 0 0,1 0 0,0 0 0,-1 0 0,1 0 0,0 1 0,-1-1 0,1 0 0,-1 0 0,-21-4 0,2 3 0,0 1 0,-1 1 0,1 0 0,-28 7 0,36-6 0,1 0 0,-1 1 0,1 1 0,0 0 0,0 1 0,0 0 0,1 0 0,-20 14 0,27-15 0,0-1 0,0 0 0,-1 1 0,2 0 0,-1 0 0,0 0 0,1 0 0,0 0 0,0 0 0,0 1 0,1-1 0,-1 1 0,1-1 0,-1 7 0,2-9 0,0-1 0,-1 1 0,1-1 0,1 1 0,-1 0 0,0-1 0,0 1 0,0-1 0,1 1 0,-1-1 0,1 1 0,0-1 0,-1 1 0,1-1 0,0 1 0,0-1 0,-1 0 0,1 1 0,0-1 0,1 0 0,-1 0 0,0 0 0,0 0 0,0 0 0,1 0 0,-1 0 0,0 0 0,1 0 0,-1-1 0,1 1 0,-1-1 0,1 1 0,-1-1 0,1 1 0,-1-1 0,1 0 0,0 0 0,-1 0 0,1 0 0,-1 0 0,1 0 0,0 0 0,2-1 0,7 0 0,-1-2 0,0 1 0,1-1 0,-1 0 0,0-1 0,-1 0 0,1-1 0,-1 0 0,0-1 0,0 0 0,0 0 0,13-13 0,18-10 0,-40 28 0,1 1 0,-1-1 0,1 1 0,0 0 0,-1-1 0,1 1 0,-1 0 0,1-1 0,0 1 0,-1 0 0,1 0 0,0 0 0,-1 0 0,1 0 0,0 0 0,-1 0 0,1 0 0,0 0 0,-1 0 0,1 0 0,0 0 0,-1 0 0,1 0 0,0 0 0,-1 1 0,1-1 0,-1 0 0,1 1 0,0-1 0,-1 0 0,1 1 0,-1-1 0,1 1 0,-1-1 0,1 1 0,-1-1 0,1 1 0,-1-1 0,0 1 0,1-1 0,-1 1 0,1 0 0,12 36 0,-4-10 0,-6-22 0,-1 0 0,1-1 0,1 0 0,-1 0 0,1 0 0,-1 0 0,1 0 0,0-1 0,0 0 0,1 0 0,-1 0 0,1 0 0,-1 0 0,1-1 0,0 0 0,0 0 0,10 2 0,-8-3 0,0 0 0,1-1 0,-1 0 0,0 0 0,0-1 0,0 0 0,0 0 0,0-1 0,0 0 0,0 0 0,0 0 0,7-4 0,-3 0 0,0 0 0,-1 0 0,0-1 0,0 0 0,0-1 0,-1 0 0,0 0 0,0-1 0,-1 0 0,0-1 0,-1 0 0,0 0 0,0 0 0,-1-1 0,5-14 0,-5 5 0,-1 0 0,-1-1 0,-1 1 0,1-34 0,-4 43 0,1 1 0,-2-1 0,0 0 0,0 1 0,-1 0 0,0-1 0,-1 1 0,0 0 0,-1 0 0,-8-16 0,12 25 0,-1 0 0,1 0 0,-1 0 0,0 0 0,1 0 0,-1 0 0,0 0 0,0 1 0,0-1 0,1 0 0,-1 0 0,0 1 0,0-1 0,0 1 0,0-1 0,0 1 0,-1-1 0,1 1 0,0 0 0,0-1 0,0 1 0,0 0 0,0 0 0,0 0 0,-1 0 0,1 0 0,0 0 0,0 0 0,0 0 0,0 0 0,0 1 0,0-1 0,-1 0 0,1 1 0,0-1 0,0 1 0,0-1 0,0 1 0,0 0 0,0-1 0,1 1 0,-1 0 0,0 0 0,0 0 0,0-1 0,1 1 0,-1 0 0,-1 2 0,-4 5 0,-1 1 0,1-1 0,-9 19 0,14-24 0,-7 13 0,0 0 0,1 0 0,2 1 0,-1 0 0,2 1 0,0-1 0,1 1 0,-1 33 0,4-46 0,0 0 0,0 1 0,0-1 0,1 0 0,0 1 0,0-1 0,0 0 0,0 0 0,1 0 0,0 0 0,0 0 0,1 0 0,-1 0 0,1-1 0,0 1 0,0-1 0,0 0 0,1 1 0,0-2 0,0 1 0,0 0 0,0-1 0,0 0 0,1 0 0,-1 0 0,1 0 0,0-1 0,0 0 0,0 0 0,0 0 0,0-1 0,0 1 0,8 0 0,-1-1 0,0-1 0,0 0 0,0-1 0,0 0 0,0-1 0,0 0 0,-1-1 0,1 0 0,21-9 0,-10 2 0,-1-1 0,1-1 0,34-26 0,-47 30 0,0-1 0,-1-1 0,0 0 0,0 0 0,-1-1 0,0 1 0,-1-2 0,0 1 0,-1-1 0,0 0 0,4-14 0,-7 19 0,-1 1 0,0 0 0,0-1 0,-1 1 0,0-1 0,0 0 0,0 1 0,-1-1 0,0 0 0,-1 1 0,1-1 0,-1 0 0,0 1 0,-1-1 0,0 1 0,0-1 0,0 1 0,-1 0 0,1 0 0,-2 0 0,1 0 0,-1 0 0,-7-8 0,11 13 0,-1 0 0,0 1 0,1-1 0,-1 0 0,0 0 0,0 1 0,0-1 0,1 1 0,-1-1 0,0 0 0,0 1 0,0 0 0,0-1 0,0 1 0,0 0 0,0-1 0,0 1 0,0 0 0,0 0 0,-1 0 0,1 0 0,0 0 0,0 0 0,0 0 0,0 0 0,0 0 0,0 1 0,-1-1 0,-1 2 0,1-1 0,0 0 0,1 1 0,-1 0 0,0-1 0,0 1 0,1 0 0,-1 0 0,1 0 0,-1 0 0,-1 4 0,-3 7 0,0 1 0,1-1 0,-3 17 0,0 1 0,-23 102 0,29-120 0,0 1 0,1-1 0,1 0 0,0 0 0,0 0 0,2 0 0,5 26 0,-6-35 0,0-1 0,0 1 0,0-1 0,0 1 0,0-1 0,1 0 0,0 0 0,0 0 0,0 0 0,0 0 0,0 0 0,0 0 0,1-1 0,-1 1 0,1-1 0,0 1 0,0-1 0,0 0 0,0 0 0,0-1 0,0 1 0,1-1 0,-1 1 0,0-1 0,1 0 0,-1 0 0,1-1 0,-1 1 0,1-1 0,0 1 0,-1-1 0,1 0 0,-1-1 0,1 1 0,0 0 0,-1-1 0,1 0 0,-1 0 0,7-3 0,2 0 0,0-2 0,-1 1 0,1-1 0,-1-1 0,-1 0 0,1-1 0,-1 0 0,-1 0 0,18-20 0,-14 13 0,-2-1 0,1 0 0,-2 0 0,0-1 0,-1-1 0,-1 0 0,0 0 0,-2 0 0,9-37 0,-14 54 0,-1 0 0,0-1 0,1 1 0,-1-1 0,0 1 0,0-1 0,0 1 0,0-1 0,0 1 0,0-1 0,0 1 0,0-1 0,-1 1 0,1-1 0,-1 1 0,1-1 0,-1 1 0,1 0 0,-1-1 0,0 1 0,0 0 0,0 0 0,0-1 0,0 1 0,0 0 0,0 0 0,0 0 0,0 0 0,0 0 0,0 0 0,-1 1 0,1-1 0,0 0 0,-1 0 0,1 1 0,0-1 0,-1 1 0,1 0 0,-1-1 0,1 1 0,-1 0 0,1 0 0,-1 0 0,1 0 0,-1 0 0,1 0 0,-1 0 0,1 0 0,-1 1 0,-1 0 0,-3 0 0,0 1 0,1 0 0,0 0 0,-1 0 0,1 1 0,0-1 0,0 1 0,0 1 0,1-1 0,-1 1 0,1 0 0,-5 4 0,7-5 0,0 0 0,0 0 0,0 0 0,0 0 0,0 0 0,1 0 0,0 0 0,-1 0 0,1 0 0,0 1 0,1-1 0,-1 1 0,0-1 0,1 0 0,0 1 0,0-1 0,0 1 0,0-1 0,1 1 0,-1-1 0,1 1 0,0-1 0,0 0 0,2 5 0,3 3 0,0 0 0,1-1 0,0 0 0,1 0 0,14 13 0,-15-15 0,1 0 0,-1 0 0,-1 1 0,1-1 0,9 20 0,-16-27 3,0 1 0,1-1 0,-1 0 1,0 0-1,0 0 0,0 1 0,0-1 0,0 0 0,0 0 0,0 0 0,-1 1 0,1-1 0,0 0 0,-1 0 0,1 0 0,0 0 0,-1 0 0,0 0 0,1 1 1,-1-1-1,0 0 0,1-1 0,-1 1 0,0 0 0,0 0 0,0 0 0,0 0 0,0-1 0,0 1 0,0 0 0,0-1 0,0 1 0,0-1 0,0 1 0,-2 0 0,-44 12-1194,45-12 907,-22 3-6542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48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128 178 24575,'-2'-7'0,"0"0"0,-1 1 0,0-1 0,0 0 0,-1 1 0,0 0 0,-5-7 0,5 8 0,4 4 0,0 0 0,-1 0 0,0 0 0,1 0 0,-1 0 0,0 0 0,1 0 0,-1 0 0,0 0 0,0 0 0,0 0 0,0 1 0,0-1 0,0 0 0,0 0 0,0 1 0,0-1 0,0 1 0,0-1 0,-1 1 0,1 0 0,0-1 0,0 1 0,0 0 0,-1 0 0,0 0 0,0 1 0,1-1 0,0 1 0,-1 0 0,1 0 0,0 0 0,0 0 0,0 0 0,0 0 0,0 0 0,0 1 0,0-1 0,0 0 0,0 1 0,1-1 0,-1 0 0,0 1 0,0 1 0,-4 13 0,1-1 0,-6 32 0,9-41 0,-10 55 0,3 0 0,2 1 0,3 82 0,16-95 0,-13-47 0,0-1 0,1 0 0,-1 0 0,1-1 0,-1 1 0,1 0 0,-1 0 0,1 0 0,0 0 0,-1 0 0,1 0 0,0-1 0,0 1 0,-1 0 0,1-1 0,2 2 0,-2-2 0,0 0 0,-1-1 0,1 1 0,0 0 0,0 0 0,-1-1 0,1 1 0,0 0 0,-1-1 0,1 1 0,-1-1 0,1 1 0,0-1 0,-1 1 0,1-1 0,-1 1 0,1-1 0,-1 1 0,1-1 0,-1 0 0,0 1 0,1-1 0,-1 0 0,0 0 0,1 1 0,-1-1 0,0 0 0,0-1 0,4-9 0,-1 0 0,0-1 0,0 0 0,-2 0 0,1 0 0,-1 0 0,-1 1 0,-2-20 0,-17-95 0,17 117 0,0 0 0,1 0 0,0 0 0,0-1 0,1 1 0,0 0 0,1 0 0,2-13 0,-2 19 0,1 0 0,-1-1 0,0 1 0,1 0 0,0 0 0,-1 1 0,1-1 0,1 0 0,-1 1 0,0-1 0,0 1 0,1 0 0,0 0 0,-1-1 0,1 2 0,0-1 0,0 0 0,0 1 0,0-1 0,0 1 0,0 0 0,0 0 0,1 0 0,-1 0 0,0 1 0,5-1 0,2 0 0,0 1 0,0 0 0,1 0 0,-1 1 0,0 1 0,0-1 0,0 2 0,0-1 0,0 2 0,16 6 0,-24-9 0,1 0 0,-1 0 0,0 0 0,1 0 0,-1 0 0,0 1 0,0-1 0,0 1 0,0 0 0,0-1 0,0 1 0,0 0 0,-1 0 0,1 0 0,-1 0 0,1 1 0,-1-1 0,0 0 0,0 1 0,0-1 0,0 1 0,0-1 0,-1 1 0,1-1 0,-1 1 0,1-1 0,-1 1 0,0-1 0,0 1 0,0 0 0,-1-1 0,1 1 0,0-1 0,-1 1 0,0-1 0,0 1 0,0-1 0,0 1 0,0-1 0,0 0 0,0 1 0,-1-1 0,1 0 0,-1 0 0,0 0 0,-2 2 0,-6 6 0,0-1 0,-1 0 0,0-1 0,0 0 0,-1-1 0,0 0 0,-1-1 0,1 0 0,-1-1 0,-23 6 0,-12 6 0,113-14 0,-42-3 0,-1 1 0,32 6 0,-45-5 0,0-1 0,-1 1 0,0 1 0,1 0 0,-1 0 0,0 0 0,-1 1 0,1 1 0,9 6 0,-16-10 0,1 0 0,-1 0 0,0 0 0,0 0 0,0 0 0,1 1 0,-1-1 0,0 0 0,0 1 0,-1-1 0,1 1 0,0-1 0,0 1 0,-1-1 0,1 1 0,-1 0 0,0-1 0,1 1 0,-1 0 0,0-1 0,0 1 0,0 0 0,0 0 0,0 2 0,-1-1 0,-1 0 0,1 0 0,0 0 0,-1-1 0,0 1 0,1 0 0,-1-1 0,0 1 0,0-1 0,-1 1 0,1-1 0,-3 2 0,-5 4 0,0-1 0,0-1 0,0 0 0,-1-1 0,0 1 0,-12 2 0,13-4 0,-1-1 0,0-1 0,0 0 0,0 0 0,0-1 0,0-1 0,-18 0 0,29 0 0,0 0 0,0 0 0,-1 0 0,1 0 0,0 0 0,-1 0 0,1 0 0,0 0 0,-1 0 0,1 0 0,0 0 0,0 0 0,-1 0 0,1 0 0,0 0 0,-1 0 0,1 0 0,0 0 0,0-1 0,-1 1 0,1 0 0,0 0 0,-1 0 0,1 0 0,0-1 0,0 1 0,0 0 0,-1 0 0,1 0 0,0-1 0,0 1 0,0 0 0,0 0 0,-1-1 0,1 1 0,0 0 0,0-1 0,0 1 0,0 0 0,0 0 0,0-1 0,0 1 0,0 0 0,0-1 0,0 1 0,0 0 0,0-1 0,15-10 0,26-6 0,172-30 0,55-15 0,-262 59 0,1 1 0,-1-1 0,0-1 0,0 1 0,0-1 0,0 0 0,6-6 0,-11 10 0,0-1 0,0 0 0,0 1 0,-1-1 0,1 0 0,0 0 0,0 0 0,-1 0 0,1 0 0,0 0 0,-1 0 0,1 0 0,-1 0 0,1 0 0,-1 0 0,0 0 0,1 0 0,-1 0 0,0 0 0,0 0 0,0-1 0,0 1 0,0 0 0,0 0 0,0 0 0,0 0 0,0 0 0,0-1 0,-1 1 0,1 0 0,0 0 0,-1 0 0,1 0 0,-1 0 0,1 0 0,-1 0 0,0 0 0,0 0 0,1 0 0,-1 0 0,0 1 0,0-1 0,0 0 0,0 0 0,1 1 0,-1-1 0,0 1 0,-1-1 0,1 0 0,0 1 0,-1-1 0,-7-3 0,-1 0 0,0 0 0,1 0 0,-2 2 0,1-1 0,0 1 0,0 1 0,-1-1 0,1 2 0,-1 0 0,1 0 0,-12 2 0,15-1 0,0 0 0,0 0 0,0 1 0,0-1 0,1 2 0,-1-1 0,0 1 0,1 0 0,0 0 0,0 1 0,0 0 0,0 0 0,0 0 0,1 1 0,0 0 0,0 0 0,0 0 0,-7 11 0,10-14 0,1 1 0,-1 0 0,1 0 0,0-1 0,0 1 0,0 0 0,0 0 0,0 0 0,1 0 0,-1 0 0,1 0 0,0 0 0,0 1 0,0-1 0,0 0 0,0 0 0,1 0 0,-1 0 0,1 0 0,2 4 0,-1-3 0,0 0 0,1 0 0,-1 0 0,1 0 0,0-1 0,0 1 0,1-1 0,-1 0 0,1 0 0,0 0 0,-1 0 0,7 3 0,-1-1 0,1-1 0,-1 1 0,1-2 0,0 1 0,1-1 0,-1-1 0,0 0 0,1 0 0,-1-1 0,1 0 0,14-1 0,-5-4 0,0-1 0,-1 0 0,0-1 0,0-1 0,0-1 0,-1-1 0,0 0 0,-1-2 0,0 0 0,0 0 0,-1-2 0,-1 0 0,0-1 0,-1 0 0,17-23 0,-21 25 0,-1 0 0,0-1 0,-1 1 0,-1-2 0,0 1 0,-1-1 0,0 0 0,-1 0 0,-1-1 0,0 0 0,-1 1 0,0-1 0,-2 0 0,1 0 0,-2-1 0,0 1 0,-1 0 0,0 0 0,-2 0 0,1 0 0,-6-15 0,7 25 0,-1 1 0,0-1 0,0 1 0,0 0 0,0 0 0,0 0 0,-1 0 0,0 0 0,-4-5 0,6 9 0,1-1 0,-1 1 0,0 0 0,1-1 0,-1 1 0,1 0 0,-1-1 0,0 1 0,0 0 0,1 0 0,-1-1 0,0 1 0,1 0 0,-1 0 0,0 0 0,0 0 0,1 0 0,-1 0 0,0 0 0,1 0 0,-1 0 0,0 1 0,-1-1 0,0 1 0,1 0 0,-1 1 0,0-1 0,1 0 0,-1 1 0,1-1 0,-1 0 0,1 1 0,0 0 0,0-1 0,-1 1 0,0 2 0,-12 22 0,1 0 0,2 0 0,0 1 0,2 0 0,1 1 0,1 0 0,-6 54 0,11-65 0,1-1 0,1 1 0,0-1 0,1 1 0,1-1 0,0 1 0,1-1 0,1 0 0,0 0 0,1-1 0,1 1 0,1-1 0,0 0 0,1 0 0,11 15 0,-15-25 0,0 0 0,1 0 0,0-1 0,0 0 0,0 0 0,0 0 0,1 0 0,-1-1 0,1 0 0,0 0 0,0-1 0,0 1 0,0-1 0,0-1 0,0 1 0,1-1 0,-1 0 0,1-1 0,-1 1 0,1-1 0,-1 0 0,1-1 0,-1 0 0,0 0 0,1 0 0,-1-1 0,0 1 0,0-2 0,12-5 0,-6 3 0,0-1 0,-1-1 0,0 0 0,0 0 0,0-1 0,-1-1 0,0 0 0,-1 0 0,0-1 0,-1 0 0,0 0 0,0-1 0,12-23 0,-15 23 0,0 1 0,-1-1 0,0 0 0,0 0 0,-1 0 0,-1 0 0,0-1 0,0 1 0,-1-1 0,-1-19 0,0 30 0,0 1 0,0 0 0,0-1 0,0 1 0,0 0 0,0-1 0,0 1 0,-1 0 0,1-1 0,0 1 0,0 0 0,0-1 0,0 1 0,-1 0 0,1-1 0,0 1 0,0 0 0,0-1 0,-1 1 0,1 0 0,0 0 0,-1-1 0,1 1 0,0 0 0,0 0 0,-1 0 0,1-1 0,0 1 0,-1 0 0,1 0 0,-1 0 0,1 0 0,0 0 0,-1 0 0,1 0 0,0 0 0,-1 0 0,1 0 0,0 0 0,-1 0 0,1 0 0,-1 0 0,-15 13 0,-8 23 0,15-19 0,1 0 0,2 1 0,-1-1 0,2 1 0,-5 27 0,9-41 0,1 1 0,0-1 0,0 0 0,0 1 0,0-1 0,1 0 0,-1 0 0,1 1 0,0-1 0,1 0 0,-1 0 0,4 7 0,-3-8 0,0 0 0,0-1 0,0 0 0,0 1 0,1-1 0,-1 0 0,1 0 0,0 0 0,-1-1 0,1 1 0,0-1 0,0 1 0,0-1 0,0 0 0,0 0 0,0 0 0,0-1 0,0 1 0,6 0 0,-1-1 0,0-1 0,1 1 0,-1-1 0,0 0 0,0-1 0,0 0 0,-1-1 0,1 1 0,0-1 0,-1-1 0,0 1 0,0-1 0,0-1 0,0 1 0,0-1 0,-1 0 0,0-1 0,0 1 0,-1-1 0,7-9 0,-6 8 0,0 0 0,-1 0 0,0 0 0,-1-1 0,0 0 0,0 0 0,0 0 0,-1 0 0,-1 0 0,1-1 0,-1 1 0,-1-1 0,1 0 0,-1 1 0,-1-1 0,0 0 0,0 0 0,-3-15 0,0 17 0,0 1 0,0 0 0,0 0 0,-1 0 0,0 0 0,-1 0 0,1 1 0,-1 0 0,0 0 0,0 0 0,-1 0 0,1 1 0,-1 0 0,0 0 0,0 1 0,0 0 0,-1 0 0,1 0 0,-1 1 0,-8-3 0,6 2 0,0 0 0,0 1 0,0 0 0,0 1 0,0 0 0,-1 0 0,1 1 0,0 0 0,-1 0 0,1 1 0,0 0 0,0 1 0,0 0 0,-17 7 0,25-9 0,0 0 0,0 1 0,0-1 0,0 0 0,0 1 0,1-1 0,-1 1 0,0 0 0,0-1 0,0 1 0,1 0 0,-1-1 0,0 1 0,1 0 0,-1 0 0,0-1 0,1 1 0,-1 0 0,1 0 0,0 0 0,-1 0 0,1 0 0,0 0 0,-1 0 0,1 0 0,0 0 0,0 0 0,0 0 0,0 0 0,0 0 0,0 0 0,0 0 0,0 0 0,1 1 0,0 1 0,1-1 0,-1 1 0,1-1 0,0 1 0,0-1 0,0 1 0,0-1 0,1 0 0,-1 0 0,1 0 0,2 2 0,9 4 0,0 0 0,0 0 0,22 7 0,-19-10 0,0 0 0,0-1 0,0-1 0,0-1 0,0 0 0,1-1 0,-1-1 0,1-1 0,-1 0 0,0-1 0,1-1 0,-1-1 0,18-6 0,-34 9 0,-1 1 0,1-1 0,0 1 0,0 0 0,0-1 0,0 1 0,-1 0 0,1 0 0,0-1 0,0 1 0,0 0 0,0 0 0,0 0 0,0 0 0,0 0 0,0 0 0,-1 0 0,1 0 0,0 1 0,0-1 0,0 0 0,0 1 0,0-1 0,0 0 0,-1 1 0,1-1 0,0 1 0,0-1 0,-1 1 0,1-1 0,0 1 0,-1 0 0,1-1 0,-1 1 0,1 0 0,0 0 0,-1-1 0,1 3 0,4 40 0,-6-38 0,1 0 0,0 0 0,0 0 0,1-1 0,-1 1 0,1 0 0,0 0 0,1-1 0,1 6 0,-2-9 0,-1 0 0,1-1 0,-1 1 0,1 0 0,0 0 0,-1-1 0,1 1 0,0 0 0,0-1 0,-1 1 0,1-1 0,0 1 0,0-1 0,0 0 0,0 1 0,0-1 0,0 0 0,0 1 0,0-1 0,1 0 0,1 0 0,0 0 0,1 0 0,-1-1 0,0 1 0,0-1 0,0 0 0,0 0 0,0 0 0,4-2 0,2-2 0,-1 0 0,0 0 0,0-1 0,-1 0 0,1-1 0,-1 1 0,0-1 0,6-10 0,22-19 0,-35 36 0,0 0 0,0-1 0,0 1 0,0 0 0,0 0 0,0 0 0,0 0 0,1 0 0,-1 0 0,0 0 0,0 0 0,0 0 0,0 0 0,0-1 0,0 1 0,1 0 0,-1 0 0,0 0 0,0 0 0,0 0 0,0 0 0,0 0 0,0 0 0,1 0 0,-1 0 0,0 0 0,0 0 0,0 0 0,0 0 0,0 0 0,1 0 0,-1 0 0,0 0 0,0 0 0,0 1 0,0-1 0,0 0 0,0 0 0,1 0 0,-1 0 0,0 0 0,0 0 0,0 0 0,0 0 0,0 0 0,0 0 0,0 1 0,0-1 0,0 0 0,0 0 0,1 0 0,-1 0 0,0 0 0,0 0 0,0 1 0,0-1 0,0 0 0,0 0 0,1 17 0,-8 37 0,3-18 0,3-32 0,1 0 0,0 0 0,0 0 0,0 0 0,1 0 0,-1 0 0,1 0 0,0 0 0,0 0 0,0-1 0,1 1 0,-1 0 0,1 0 0,0-1 0,0 1 0,0-1 0,0 0 0,1 0 0,-1 0 0,1 0 0,0 0 0,0 0 0,0-1 0,6 4 0,-2-2 0,0-1 0,0 0 0,0-1 0,1 0 0,-1 0 0,1-1 0,0 1 0,-1-2 0,1 1 0,0-1 0,0 0 0,9-2 0,-10 1 0,1-1 0,-1 1 0,0-1 0,1-1 0,-1 0 0,0 0 0,0 0 0,-1-1 0,1 0 0,-1 0 0,1 0 0,-2-1 0,1 0 0,0 0 0,-1-1 0,0 1 0,0-1 0,0 0 0,-1-1 0,0 1 0,0-1 0,3-9 0,-4 9 0,-1 1 0,1 0 0,-2-1 0,1 0 0,-1 1 0,0-1 0,0 0 0,0 0 0,-1 1 0,0-1 0,-1 0 0,0 0 0,0 0 0,0 1 0,-1-1 0,0 1 0,0-1 0,0 1 0,-1 0 0,0 0 0,0 0 0,-1 0 0,0 0 0,0 1 0,-6-8 0,7 11 0,1 0 0,0 1 0,0-1 0,-1 0 0,1 1 0,-1 0 0,0-1 0,1 1 0,-1 0 0,0 0 0,1 1 0,-1-1 0,0 0 0,0 1 0,0 0 0,-4 0 0,-53 7 0,51-5 0,1 0 0,-1-1 0,0 0 0,0-1 0,0 1 0,-11-3 0,-20-8-1365,22 6-5461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49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28 24575,'-9'0'0,"0"-1"0,-1 1 0,1-1 0,-1-1 0,1 0 0,0 0 0,-13-6 0,22 8 0,0 0 0,0 0 0,0 0 0,0 0 0,0 0 0,0 0 0,0 0 0,1 0 0,-1 0 0,0 0 0,0 0 0,0 0 0,0 0 0,0 0 0,0 0 0,0 0 0,1 0 0,-1 0 0,0 0 0,0 0 0,0 0 0,0-1 0,0 1 0,0 0 0,0 0 0,0 0 0,0 0 0,0 0 0,0 0 0,1 0 0,-1 0 0,0 0 0,0-1 0,0 1 0,0 0 0,0 0 0,0 0 0,0 0 0,0 0 0,0 0 0,0 0 0,0-1 0,0 1 0,0 0 0,0 0 0,0 0 0,0 0 0,0 0 0,0 0 0,0 0 0,0 0 0,0-1 0,-1 1 0,1 0 0,0 0 0,0 0 0,0 0 0,0 0 0,0 0 0,0 0 0,0 0 0,20-4 0,23 1 0,14 2 0,130 3 0,-183-2 0,1 1 0,-1-1 0,0 1 0,0 0 0,0 0 0,0 0 0,0 0 0,0 1 0,0 0 0,0 0 0,-1 0 0,6 3 0,-8-4 0,0 1 0,0-1 0,0 0 0,0 1 0,0-1 0,0 1 0,-1-1 0,1 1 0,0 0 0,-1-1 0,1 1 0,-1-1 0,0 1 0,1 0 0,-1 0 0,0-1 0,0 1 0,0 0 0,0-1 0,-1 1 0,1 0 0,0-1 0,-1 1 0,1 0 0,-1-1 0,1 1 0,-1-1 0,0 1 0,0-1 0,0 1 0,0-1 0,-2 3 0,-8 11 0,-1 0 0,-1 0 0,0-2 0,-1 1 0,0-2 0,-1 0 0,0-1 0,-19 11 0,12-9 0,1 2 0,1 1 0,-24 24 0,43-39 0,0-1 0,0 1 0,0 0 0,0-1 0,0 1 0,1 0 0,-1 0 0,0 0 0,0 0 0,1 0 0,-1 0 0,1 0 0,-1 0 0,1 0 0,-1 0 0,1 0 0,0 0 0,-1 0 0,1 0 0,0 0 0,0 1 0,0-1 0,0 0 0,0 0 0,0 0 0,0 2 0,2-2 0,-1 0 0,0 0 0,0-1 0,0 1 0,0 0 0,1-1 0,-1 1 0,0-1 0,1 1 0,-1-1 0,0 0 0,1 0 0,-1 1 0,0-1 0,1 0 0,-1 0 0,3-1 0,65-10 0,-69 11 0,90-21-682,117-13-1,-184 32-6143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0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1 24575,'-9'1'0,"1"1"0,0 0 0,1 0 0,-1 1 0,0 0 0,1 1 0,-1-1 0,1 2 0,0-1 0,1 1 0,-1 0 0,1 0 0,-10 10 0,-27 19 0,-2-6 0,25-17 0,0 1 0,0 1 0,1 1 0,1 1 0,-22 22 0,40-36 0,-1-1 0,1 1 0,-1-1 0,1 1 0,-1-1 0,1 1 0,-1-1 0,1 1 0,0-1 0,-1 1 0,1 0 0,0-1 0,0 1 0,-1-1 0,1 1 0,0 0 0,0-1 0,0 1 0,0 0 0,0-1 0,0 1 0,0 0 0,0-1 0,0 1 0,0 0 0,0-1 0,0 1 0,1 0 0,-1-1 0,0 1 0,20 6 0,33-10 0,-49 3 0,432-46 0,-399 37 0,-37 9 0,0 0 0,0 0 0,1 0 0,-1 0 0,0-1 0,1 1 0,-1 0 0,0 0 0,0 0 0,1-1 0,-1 1 0,0 0 0,0 0 0,0-1 0,1 1 0,-1 0 0,0-1 0,0 1 0,0 0 0,0-1 0,0 1 0,0 0 0,0-1 0,1 1 0,-1 0 0,0-1 0,0 1 0,0 0 0,0-1 0,0 1 0,-1-1 0,-15-12 0,3 6 0,-137-63 0,149 70 0,0 0 0,1-1 0,-1 1 0,0 0 0,0 0 0,0 0 0,0-1 0,0 1 0,0 0 0,0 0 0,0 1 0,0-1 0,0 0 0,0 0 0,0 0 0,0 1 0,0-1 0,0 0 0,0 1 0,0-1 0,0 1 0,1-1 0,-1 1 0,0 0 0,0-1 0,0 1 0,0 1 0,-16 30 0,5 43 0,11-73 0,-1 36-195,2 1 0,1-1 0,2 0 0,2 0 0,1 0 0,19 60 0,-19-76-6631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0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24575,'0'-4'0,"4"-2"0,2 5 0,0 7 0,-2 6 0,-1 6 0,-1 4 0,-1 3 0,-5 1 0,-1 0 0,-1 1 0,1 0 0,2-5-8191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1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203 105 24575,'0'-3'0,"0"0"0,0 0 0,-1 0 0,1 0 0,-1 0 0,1 0 0,-1 0 0,0 0 0,0 0 0,0 1 0,0-1 0,-1 0 0,1 1 0,-1-1 0,0 1 0,1-1 0,-1 1 0,0 0 0,0 0 0,-1 0 0,1 0 0,0 0 0,-1 0 0,1 1 0,-6-3 0,3 2 0,0 0 0,-1 1 0,1-1 0,0 1 0,-1 0 0,1 1 0,-1 0 0,1 0 0,-1 0 0,1 0 0,-1 1 0,1 0 0,-7 2 0,7-2 0,1 0 0,-1 1 0,1-1 0,-1 1 0,1 0 0,0 0 0,0 1 0,0-1 0,0 1 0,1 0 0,-1 0 0,1 0 0,-1 1 0,-4 6 0,7-8 0,-1 1 0,1-1 0,1 0 0,-1 1 0,0-1 0,0 1 0,1-1 0,0 1 0,-1-1 0,1 1 0,0-1 0,0 1 0,0-1 0,1 1 0,-1-1 0,1 1 0,-1-1 0,1 1 0,0-1 0,0 0 0,0 1 0,0-1 0,0 0 0,0 0 0,1 0 0,-1 0 0,1 0 0,0 0 0,1 2 0,8 6 0,0-1 0,1 0 0,-1 0 0,2-1 0,-1-1 0,1 0 0,0-1 0,1 0 0,-1-1 0,1 0 0,15 2 0,-12-2 0,0 0 0,0 1 0,0 1 0,-1 1 0,0 0 0,17 12 0,-33-20 0,1 1 0,0-1 0,0 1 0,0 0 0,0-1 0,0 1 0,-1-1 0,1 1 0,0 0 0,0 0 0,-1-1 0,1 1 0,-1 0 0,1 0 0,-1 0 0,1 0 0,-1 0 0,1 0 0,-1 0 0,0 0 0,0 0 0,1 0 0,-1 0 0,0 0 0,0 0 0,0 2 0,-1-2 0,0 0 0,0 0 0,1 0 0,-1 0 0,0-1 0,0 1 0,0 0 0,0 0 0,-1-1 0,1 1 0,0 0 0,0-1 0,0 1 0,-1-1 0,1 0 0,0 1 0,-2-1 0,-62 6 0,64-6 0,-36 1 0,-50 0 0,81-1 0,-1 0 0,1-1 0,0 0 0,-1 0 0,1-1 0,0 0 0,0 0 0,0 0 0,0-1 0,-6-3 0,11 5 0,0 0 0,0 1 0,0-1 0,0 0 0,0 0 0,0 0 0,0 0 0,0 0 0,1 0 0,-1-1 0,0 1 0,1 0 0,-1 0 0,1-1 0,-1 1 0,1 0 0,-1 0 0,1-1 0,0 1 0,0 0 0,0-1 0,0 1 0,0-3 0,0 1 0,1 0 0,0 0 0,0 0 0,0 0 0,1 0 0,-1 0 0,1 0 0,-1 0 0,1 1 0,2-3 0,7-8 0,0 1 0,1 1 0,15-12 0,-19 16 0,1 0 0,-1-1 0,0 0 0,0 0 0,0-1 0,-1 0 0,-1 0 0,1-1 0,4-10 0,-10 18 0,0-1 0,0 1 0,0-1 0,0 1 0,-1-1 0,1 0 0,-1 1 0,1-1 0,-1 0 0,0 1 0,0-1 0,0 0 0,-1 1 0,1-1 0,-1 1 0,1-1 0,-1 0 0,0 1 0,0 0 0,0-1 0,0 1 0,0-1 0,-1 1 0,1 0 0,-1 0 0,0 0 0,1 0 0,-1 0 0,0 0 0,0 0 0,0 1 0,0-1 0,0 1 0,-1-1 0,1 1 0,0 0 0,-1 0 0,1 0 0,-1 0 0,-3-1 0,-4-1-136,0 0-1,-1 1 1,1 0-1,0 1 1,-1 0-1,0 1 1,1 0-1,-1 0 0,-17 4 1,-5 1-6690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1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15 24575,'0'0'0,"0"0"0,0 0 0,1 0 0,-1 0 0,0 0 0,0 0 0,0 0 0,1 0 0,-1 0 0,0 0 0,0 0 0,1 1 0,-1-2 0,0 1 0,0 0 0,1 0 0,-1 0 0,0 0 0,0 0 0,1 0 0,-1 0 0,0 0 0,0 0 0,0 0 0,1 0 0,-1-1 0,0 1 0,0 0 0,0 0 0,1 0 0,-1 0 0,0 0 0,0-1 0,0 1 0,0 0 0,0 0 0,1-1 0,-1 1 0,0 0 0,0 0 0,0 0 0,0-1 0,0 1 0,0 0 0,0 0 0,0-1 0,0 1 0,0 0 0,0 0 0,0-1 0,0 1 0,0 0 0,0 0 0,0-1 0,0 1 0,0 0 0,0 0 0,0 0 0,0-1 0,-1 1 0,1 0 0,0 0 0,0 0 0,0-1 0,-1 1 0,1-1 0,-1 1 0,0-1 0,0 1 0,1-1 0,-1 1 0,0-1 0,0 1 0,0 0 0,0 0 0,0-1 0,0 1 0,0 0 0,1 0 0,-1 0 0,0 0 0,0 0 0,0 0 0,0 0 0,0 0 0,0 0 0,0 1 0,0-1 0,-1 1 0,-8 3 0,0 1 0,0 1 0,0 0 0,1 0 0,0 0 0,-14 14 0,-48 53 0,62-63 0,4-4 0,0 0 0,0 0 0,1 1 0,0-1 0,0 1 0,1 0 0,-1 0 0,2 0 0,-1 0 0,1 1 0,-3 12 0,5-18 0,0 1 0,0-1 0,0 1 0,0-1 0,0 0 0,1 1 0,-1-1 0,1 0 0,-1 1 0,1-1 0,0 0 0,0 0 0,0 0 0,0 0 0,0 0 0,3 4 0,-2-4 0,1 0 0,-1 0 0,1 0 0,0 0 0,-1-1 0,1 1 0,0-1 0,0 0 0,0 0 0,0 0 0,0 0 0,0 0 0,0 0 0,1-1 0,5 0 0,-1 0 0,0-1 0,0 0 0,0 0 0,0-1 0,0 0 0,0 0 0,0-1 0,-1 0 0,1 0 0,10-8 0,-3 2 0,0-1 0,-1 0 0,25-24 0,-37 33 3,1-1 0,-1 0 0,0 0 1,0 0-1,0 0 0,-1 0 0,1 0 0,-1-1 0,1 1 0,-1 0 0,0-1 0,1 1 0,-1-1 0,0 0 0,-1 1 0,1-1 0,0 0 1,-1 0-1,0 1 0,0-1 0,0 0 0,0 0 0,0 1 0,0-1 0,0 0 0,-1 0 0,0 1 0,1-1 0,-1 0 0,0 1 0,0-1 0,-1 1 1,1-1-1,0 1 0,-1 0 0,0-1 0,1 1 0,-3-2 0,-2-1-109,1 1 0,-1-1 0,1 1 0,-1 0 0,-1 1 0,1 0-1,0 0 1,-1 0 0,0 1 0,1 0 0,-1 0 0,0 0 0,-14 0 0,-2 1-6720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2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25 24575,'0'-1'0,"1"0"0,-1 0 0,1 1 0,0-1 0,-1 1 0,1-1 0,0 0 0,0 1 0,-1-1 0,1 1 0,0 0 0,0-1 0,0 1 0,0 0 0,-1-1 0,1 1 0,0 0 0,0 0 0,0 0 0,0-1 0,0 1 0,0 0 0,0 1 0,0-1 0,0 0 0,-1 0 0,3 1 0,-3-1 0,1 1 0,-1 0 0,0-1 0,1 1 0,-1 0 0,0-1 0,0 1 0,0 0 0,0 0 0,0-1 0,0 1 0,0 0 0,0 0 0,0-1 0,0 1 0,0 0 0,0-1 0,0 1 0,-1 0 0,1-1 0,0 1 0,-1 0 0,1-1 0,0 1 0,-1 0 0,1-1 0,-1 1 0,1-1 0,-1 1 0,1-1 0,-1 1 0,1-1 0,-1 1 0,1-1 0,-2 1 0,-38 35 0,-20 21 0,56-54 0,1 1 0,-1 0 0,1 0 0,1 1 0,-1-1 0,1 1 0,-1-1 0,1 1 0,0 0 0,1-1 0,-1 1 0,0 7 0,2-11 0,0 0 0,0 0 0,0 0 0,0 0 0,0 0 0,0 0 0,0 0 0,0 0 0,1 0 0,-1 0 0,0 0 0,1 0 0,-1 0 0,1 0 0,-1 0 0,1 0 0,-1 0 0,1 0 0,0 0 0,-1 0 0,1-1 0,0 1 0,0 0 0,0 0 0,0-1 0,0 1 0,2 1 0,0-1 0,0 0 0,0 0 0,0-1 0,0 1 0,0 0 0,0-1 0,0 0 0,4 0 0,4 0 0,-1-1 0,1-1 0,-1 0 0,16-4 0,-12 1 0,-1-1 0,0 0 0,0-1 0,-1 0 0,0-1 0,0 0 0,18-17 0,-28 23 0,0 0 0,0 0 0,0 0 0,0 0 0,0 0 0,0 0 0,-1 0 0,1-1 0,-1 1 0,1 0 0,-1-1 0,0 0 0,0 1 0,0-1 0,0 0 0,-1 1 0,1-1 0,-1 0 0,0 0 0,0 1 0,1-1 0,-2 0 0,1 0 0,0 0 0,-1 1 0,1-1 0,-1 0 0,0 0 0,0 1 0,0-1 0,0 1 0,0-1 0,-1 1 0,1-1 0,-1 1 0,1 0 0,-1 0 0,0 0 0,0 0 0,0 0 0,0 0 0,0 0 0,-1 1 0,1-1 0,0 1 0,-4-2 0,-1-2-227,-1 1-1,-1 0 1,1 0-1,0 1 1,-17-4-1,-9-1-6598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4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11 143 24575,'0'-1'0,"0"1"0,0 0 0,0 0 0,0-1 0,0 1 0,0 0 0,0 0 0,0-1 0,0 1 0,0 0 0,0 0 0,0-1 0,0 1 0,0 0 0,0-1 0,0 1 0,0 0 0,0 0 0,0-1 0,0 1 0,0 0 0,0 0 0,-1 0 0,1-1 0,0 1 0,0 0 0,0 0 0,0-1 0,-1 1 0,1 0 0,0 0 0,0 0 0,0 0 0,-1 0 0,1-1 0,0 1 0,0 0 0,-1 0 0,1 0 0,0 0 0,0 0 0,-1 0 0,1 0 0,0 0 0,0 0 0,-1 0 0,1 0 0,0 0 0,-1 0 0,1 0 0,-1 1 0,1-1 0,0 1 0,-1-1 0,1 1 0,0 0 0,-1-1 0,1 1 0,0-1 0,0 1 0,0 0 0,-1-1 0,1 1 0,0 0 0,0-1 0,0 1 0,0-1 0,0 1 0,0 0 0,0-1 0,0 1 0,0 0 0,1-1 0,-1 1 0,1 1 0,0 4 0,1 0 0,1 0 0,-1 0 0,1-1 0,0 1 0,0 0 0,1-1 0,-1 0 0,1 0 0,1 0 0,-1 0 0,1-1 0,-1 0 0,1 1 0,0-2 0,1 1 0,-1-1 0,1 0 0,0 0 0,-1 0 0,11 2 0,-6-2 0,0 0 0,0-1 0,0-1 0,1 1 0,-1-2 0,1 0 0,-1 0 0,0 0 0,1-2 0,-1 1 0,0-1 0,15-5 0,-6 0 0,0 0 0,-1-1 0,0-1 0,0 0 0,-1-2 0,17-13 0,-30 21 0,1-1 0,-2 0 0,1 0 0,0 0 0,-1 0 0,0 0 0,0-1 0,0 0 0,0 1 0,-1-1 0,4-10 0,-5 11 0,-1 0 0,1 1 0,-1-1 0,0 0 0,0 0 0,-1 0 0,1 1 0,-1-1 0,1 0 0,-1 0 0,0 1 0,0-1 0,-1 1 0,1-1 0,-1 1 0,0 0 0,0-1 0,0 1 0,-3-3 0,3 3 0,-1-1 0,1 1 0,-1 0 0,0 0 0,0 0 0,0 1 0,0-1 0,-1 1 0,1 0 0,-1 0 0,1 0 0,-1 0 0,0 0 0,0 1 0,1 0 0,-1 0 0,0 0 0,0 0 0,0 1 0,-1-1 0,-5 1 0,3 1 0,0 0 0,1 0 0,-1 1 0,0 0 0,1 0 0,0 1 0,0-1 0,0 1 0,0 1 0,0-1 0,0 1 0,-7 7 0,6-5 0,-1 1 0,1 0 0,1 0 0,0 1 0,0 0 0,0 0 0,1 1 0,-7 14 0,9-17 0,1-1 0,0 0 0,1 0 0,-1 1 0,1-1 0,0 1 0,1 0 0,-1-1 0,1 1 0,0-1 0,0 1 0,1 0 0,0-1 0,0 1 0,2 6 0,2-2 0,0 1 0,1-1 0,0 0 0,1-1 0,0 1 0,1-1 0,0-1 0,0 1 0,1-1 0,0-1 0,0 0 0,0 0 0,16 7 0,-12-6 0,1-1 0,0 0 0,0-1 0,1-1 0,0 0 0,0-1 0,0-1 0,1 0 0,24 1 0,-34-5 0,-1 1 0,1-1 0,-1 0 0,1 0 0,-1-1 0,0 1 0,0-1 0,0-1 0,0 1 0,0 0 0,0-1 0,-1 0 0,1 0 0,-1-1 0,0 1 0,0-1 0,0 0 0,4-5 0,6-9 0,-1-1 0,0 0 0,10-24 0,3-3 0,-6 12 0,-15 24 0,0 0 0,1 0 0,1 0 0,0 1 0,0 0 0,13-13 0,-17 20 0,0 0 0,0 1 0,0-1 0,0 0 0,0 1 0,0 0 0,0 0 0,1 0 0,-1 0 0,0 0 0,1 1 0,-1-1 0,0 1 0,1 0 0,-1 0 0,1 0 0,-1 1 0,0-1 0,1 1 0,-1 0 0,0 0 0,1 0 0,-1 0 0,0 0 0,0 1 0,0-1 0,4 4 0,33 19 0,24 13 0,-59-34 0,0-1 0,0 0 0,1 0 0,-1-1 0,0 0 0,1 0 0,-1 0 0,0 0 0,1-1 0,8-1 0,-13 1 0,-1 0 0,1 0 0,-1 0 0,1 0 0,0 0 0,-1 0 0,1 0 0,-1 0 0,1-1 0,-1 1 0,1 0 0,-1 0 0,1-1 0,-1 1 0,1 0 0,-1-1 0,1 1 0,-1 0 0,0-1 0,1 1 0,-1-1 0,0 1 0,1-1 0,-1 1 0,0-1 0,1 1 0,-1-1 0,0 1 0,0-1 0,0 1 0,1-1 0,-1 1 0,0-2 0,-8-22 0,-27-25 0,30 43 0,4 4 0,0 0 0,0 1 0,0-1 0,0 0 0,-1 1 0,1-1 0,-1 1 0,1 0 0,-1-1 0,1 1 0,-1 0 0,0 0 0,1 0 0,-1 0 0,0 0 0,0 0 0,0 1 0,0-1 0,0 1 0,0-1 0,0 1 0,0 0 0,0 0 0,-3 0 0,2 1 0,0 0 0,1 1 0,-1-1 0,1 1 0,-1 0 0,1 0 0,0 0 0,0 0 0,-1 0 0,2 1 0,-1-1 0,0 1 0,0-1 0,1 1 0,-1-1 0,-1 6 0,-27 64-341,2 1 0,4 2-1,-18 92 1,37-143-6485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5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24575,'5'-5'0,"0"-5"0,1 4 0,-1 6 0,-2 8 0,-1 7 0,-1 5 0,3 3 0,2 3 0,-1 1 0,-1 0 0,-1 0 0,3-1 0,1 0 0,-2-4-8191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5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24575,'-4'0'0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5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24575,'-1'1'0,"0"-1"0,0 1 0,-1 0 0,1-1 0,0 1 0,0 0 0,0 0 0,0 0 0,0 0 0,0 0 0,0 0 0,0 0 0,0 0 0,0 1 0,1-1 0,-1 0 0,0 0 0,1 1 0,-1-1 0,1 0 0,-1 1 0,1-1 0,0 0 0,0 1 0,-1-1 0,1 1 0,0 1 0,-2 42 0,26 224 0,-24-78 0,0-190-39,0 1 0,0-1 0,0 0 0,0 1 0,1-1 0,-1 0 0,0 1 0,0-1 0,1 0 0,-1 0 0,1 1 0,-1-1 0,1 0 0,0 0 0,-1 1 0,1-1 0,0 0 0,0 0 0,0 0 0,0 0 0,0 0 0,0-1 0,0 1 0,0 0 0,0 0 0,0 0 0,0-1 0,1 1 0,-1-1 0,0 1 0,1-1 0,-1 0 0,0 1 0,3-1 0,12 0-6787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5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33 24575,'-4'0'0,"-6"0"0,-6 0 0,-4 0 0,-3 0 0,7-4 0,10-1 0,14-1 0,16-3 0,3 0-8191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6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203 181 24575,'-6'-4'0,"1"0"0,0 0 0,-1 0 0,0 1 0,1 0 0,-13-4 0,17 6 0,0 1 0,-1-1 0,1 0 0,0 1 0,-1-1 0,1 1 0,-1-1 0,1 1 0,-1 0 0,1 0 0,-1 0 0,1 0 0,-1 0 0,1 0 0,-1 0 0,1 0 0,-1 0 0,1 1 0,0-1 0,-1 1 0,1-1 0,-1 1 0,1 0 0,0-1 0,0 1 0,-1 0 0,1 0 0,0 0 0,0 0 0,0 0 0,0 0 0,0 0 0,-2 2 0,-7 29 0,1 1 0,2 0 0,-7 63 0,8-43 0,3-38 0,0 0 0,1 0 0,0 1 0,1-1 0,1 1 0,0-1 0,5 28 0,-5-43 0,0 0 0,0 0 0,0 1 0,0-1 0,0 0 0,0 0 0,0 1 0,0-1 0,0 0 0,0 0 0,0 0 0,0 1 0,0-1 0,0 0 0,0 0 0,0 1 0,0-1 0,1 0 0,-1 0 0,0 0 0,0 0 0,0 1 0,0-1 0,0 0 0,0 0 0,1 0 0,-1 0 0,0 1 0,0-1 0,0 0 0,1 0 0,-1 0 0,0 0 0,0 0 0,0 0 0,1 0 0,-1 0 0,0 0 0,0 0 0,1 0 0,-1 0 0,0 1 0,0-2 0,0 1 0,1 0 0,-1 0 0,0 0 0,0 0 0,1 0 0,-1 0 0,0 0 0,0 0 0,0 0 0,1 0 0,-1 0 0,0 0 0,0-1 0,0 1 0,0 0 0,1 0 0,-1 0 0,0-1 0,12-20 0,4-32 0,-14 40 0,-1-1 0,0 0 0,-1 0 0,0 0 0,-1 1 0,0-1 0,-6-19 0,-3-6 0,-19-44 0,15 47 0,-15-64 0,28 97 0,1 0 0,-1 0 0,1 1 0,-1-1 0,1 0 0,0 0 0,0 0 0,0 0 0,1 0 0,-1 0 0,1 0 0,-1 0 0,1 0 0,0 0 0,0 1 0,0-1 0,1 0 0,-1 1 0,1-1 0,-1 1 0,1-1 0,0 1 0,0 0 0,0 0 0,4-4 0,0 2 0,0 1 0,1 0 0,-1 0 0,1 1 0,0-1 0,-1 1 0,1 1 0,0 0 0,0-1 0,8 1 0,128-1-509,-121 2-347,15 1-5970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6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24575,'-5'4'0,"-9"1"0,-7 1 0,-1 3 0,9 0 0,11-2 0,9-6 0,13-3 0,7-2 0,8 1 0,6 0 0,5 0 0,-5 2-8191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4:57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90 24575,'0'0'0,"-1"0"0,0 0 0,0-1 0,0 1 0,0 0 0,0 0 0,0 0 0,0 0 0,0 0 0,0 0 0,0 0 0,0 0 0,0 1 0,1-1 0,-1 0 0,0 0 0,0 1 0,0-1 0,0 1 0,0-1 0,1 1 0,-1-1 0,0 1 0,0-1 0,1 1 0,-1 0 0,0-1 0,1 1 0,-2 1 0,3-1 0,0 0 0,0 0 0,0 0 0,0 0 0,0 0 0,0 0 0,0 0 0,0 0 0,0 0 0,1 0 0,-1-1 0,0 1 0,0-1 0,1 1 0,-1-1 0,0 1 0,1-1 0,-1 0 0,3 1 0,61 12 0,-43-10 0,0 1 0,-1 1 0,1 1 0,-1 1 0,0 1 0,33 18 0,-52-25 0,-1-1 0,1 1 0,-1 0 0,1 0 0,-1 0 0,1 1 0,-1-1 0,0 0 0,1 0 0,-1 1 0,0-1 0,0 1 0,0-1 0,0 1 0,0-1 0,0 1 0,-1 0 0,1-1 0,0 1 0,-1 0 0,0-1 0,1 1 0,-1 0 0,0 0 0,0 0 0,0-1 0,0 3 0,-1-1 0,0-1 0,0 1 0,-1-1 0,1 1 0,-1-1 0,1 0 0,-1 0 0,0 1 0,0-1 0,0 0 0,0-1 0,0 1 0,-1 0 0,1-1 0,-4 3 0,-1 0 0,1-1 0,-1 0 0,0 0 0,1 0 0,-1-1 0,-1 0 0,1 0 0,0-1 0,0 0 0,-1 0 0,1-1 0,-15 0 0,21 0 0,1 0 0,-1 0 0,0-1 0,1 1 0,-1 0 0,0 0 0,1-1 0,-1 1 0,0 0 0,1-1 0,-1 1 0,1 0 0,-1-1 0,0 1 0,1-1 0,-1 1 0,1-1 0,-1 1 0,1-1 0,0 0 0,-1 1 0,1-1 0,0 0 0,-1 1 0,1-1 0,0 0 0,0 1 0,-1-1 0,1 0 0,0 1 0,0-2 0,12-22 0,30-13 0,-9 13 0,1 2 0,1 1 0,1 2 0,1 1 0,41-13 0,-54 29 0,-15 13 0,-9-7 0,0 1 0,0-1 0,0 1 0,-1-1 0,1 1 0,-1-1 0,-2 6 0,-2 23 0,4-30 0,1 0 0,0 1 0,1-1 0,-1 0 0,0 0 0,1 0 0,0 0 0,-1 0 0,1 0 0,1 0 0,-1-1 0,0 1 0,1 0 0,-1 0 0,1-1 0,0 1 0,0-1 0,0 0 0,0 1 0,0-1 0,0 0 0,1 0 0,-1 0 0,1-1 0,-1 1 0,1 0 0,0-1 0,0 0 0,0 0 0,-1 0 0,1 0 0,0 0 0,0 0 0,0-1 0,1 0 0,-1 1 0,0-1 0,0 0 0,0 0 0,0-1 0,0 1 0,0-1 0,0 1 0,4-3 0,-1 2 0,1-1 0,0 0 0,-1 0 0,0-1 0,1 0 0,-1 0 0,0-1 0,-1 0 0,1 0 0,-1 0 0,1 0 0,-1-1 0,-1 0 0,1 0 0,-1 0 0,1-1 0,-2 0 0,1 0 0,5-10 0,-8 13 0,0 0 0,0 1 0,-1-1 0,1 0 0,-1 0 0,1 0 0,-1 0 0,0 0 0,0 0 0,0 0 0,0 0 0,-1 0 0,1 0 0,-1 1 0,0-1 0,0 0 0,0 0 0,0 0 0,0 1 0,0-1 0,-1 1 0,0-1 0,-1-2 0,-4-1 0,1 0 0,-1 0 0,0 1 0,-1 0 0,1 0 0,-9-4 0,-25-16 0,41 25 0,0 0 0,0 0 0,0 0 0,0 0 0,0 0 0,0 0 0,1 0 0,-1 0 0,0 0 0,0 0 0,0 0 0,0 0 0,0 0 0,0 0 0,1 0 0,-1 0 0,0 0 0,0 0 0,0 0 0,0-1 0,0 1 0,0 0 0,1 0 0,-1 0 0,0 0 0,0 0 0,0 0 0,0 0 0,0 0 0,0 0 0,0 0 0,0-1 0,0 1 0,0 0 0,1 0 0,-1 0 0,0 0 0,0 0 0,0 0 0,0-1 0,0 1 0,0 0 0,0 0 0,0 0 0,0 0 0,0 0 0,0 0 0,0-1 0,0 1 0,0 0 0,0 0 0,0 0 0,0 0 0,0 0 0,0-1 0,-1 1 0,1 0 0,0 0 0,0 0 0,24 2 0,29 8 0,-5 2 0,-33-9 0,1 1 0,-1 1 0,24 10 0,-35-13 0,1 1 0,-1-1 0,0 1 0,0 0 0,0 0 0,0 1 0,0 0 0,-1-1 0,1 1 0,-1 0 0,0 0 0,0 1 0,-1-1 0,1 1 0,2 6 0,12 53 0,-12-59 0,2-13 0,6-19 0,-11 21 0,4-4 0,0 0 0,0 1 0,1 0 0,0 1 0,0-1 0,15-11 0,-18 15 0,1 1 0,0 0 0,1 0 0,-1 1 0,1-1 0,0 1 0,0 0 0,0 1 0,0-1 0,0 1 0,0 1 0,12-3 0,-15 4 0,-1 1 0,1-1 0,-1 0 0,1 1 0,-1 0 0,0-1 0,1 1 0,-1 0 0,0 0 0,1 0 0,-1 1 0,0-1 0,0 1 0,0-1 0,0 1 0,0-1 0,-1 1 0,1 0 0,0 0 0,-1 0 0,1 0 0,-1 0 0,0 0 0,0 1 0,0-1 0,0 0 0,0 1 0,0-1 0,0 0 0,-1 1 0,1-1 0,-1 5 0,3 11 0,-1-1 0,-1 0 0,-2 28 0,0-35 0,1-4 0,1-2 0,-1-1 0,0 1 0,0-1 0,-1 1 0,1-1 0,-1 0 0,1 1 0,-1-1 0,0 0 0,0 1 0,-1-1 0,1 0 0,-1 0 0,-1 3 0,3-6 0,-1 0 0,1 0 0,0 0 0,0 1 0,0-1 0,0 0 0,0 0 0,-1 0 0,1 0 0,0 0 0,0 0 0,0 0 0,0 0 0,0 0 0,-1 0 0,1 0 0,0 0 0,0 0 0,0 0 0,-1 0 0,1 0 0,0 0 0,0 0 0,0 0 0,0 0 0,-1 0 0,1 0 0,0 0 0,0 0 0,0 0 0,0 0 0,-1 0 0,1 0 0,0 0 0,0 0 0,0 0 0,0-1 0,0 1 0,-1 0 0,1 0 0,0 0 0,0 0 0,0 0 0,0-1 0,0 1 0,0 0 0,0 0 0,0 0 0,0 0 0,0-1 0,-1 1 0,-2-16 0,2-15 0,3 19 0,0-1 0,1 1 0,1 0 0,0 0 0,1 1 0,0-1 0,0 1 0,1 0 0,1 0 0,0 1 0,0 0 0,1 0 0,0 1 0,1 0 0,0 0 0,12-9 0,-20 18 0,0-1 0,0 1 0,0-1 0,-1 1 0,1-1 0,0 1 0,0-1 0,0 1 0,0 0 0,0-1 0,0 1 0,0 0 0,0 0 0,0 0 0,0 0 0,0 0 0,0 0 0,0 0 0,0 0 0,0 0 0,0 1 0,0-1 0,0 0 0,0 0 0,0 1 0,0-1 0,0 1 0,0-1 0,1 2 0,0 0 0,0 0 0,0 0 0,-1 0 0,1 1 0,0-1 0,-1 1 0,0-1 0,1 1 0,-1 0 0,1 3 0,2 7 0,-1 0 0,0 1 0,1 18 0,-3-5-1365,0-3-5461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00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155 191 24575,'-2'0'0,"0"-1"0,0 1 0,1 0 0,-1-1 0,0 0 0,1 1 0,-1-1 0,1 0 0,-1 0 0,1 1 0,-1-1 0,1 0 0,-1-1 0,1 1 0,0 0 0,0 0 0,0-1 0,0 1 0,0 0 0,0-1 0,-1-1 0,-18-41 0,10 21 0,-17-19 0,25 39 0,0 1 0,0-1 0,0 1 0,0 0 0,0 0 0,-1-1 0,1 2 0,-1-1 0,1 0 0,-1 0 0,0 1 0,1 0 0,-5-2 0,6 3 0,0 0 0,1 0 0,-1 0 0,0 0 0,1 0 0,-1 0 0,0 0 0,0 0 0,1 0 0,-1 0 0,0 0 0,1 1 0,-1-1 0,0 0 0,1 0 0,-1 1 0,0-1 0,1 0 0,-1 1 0,1-1 0,-1 1 0,1-1 0,-1 1 0,1-1 0,-1 1 0,1 0 0,-1 0 0,-8 26 0,8 29 0,1-55 0,13 171 0,1 48 0,-15-79 0,6 131 0,-4-262 0,1 0 0,0 0 0,0-1 0,1 1 0,0-1 0,1 1 0,0-1 0,0 0 0,1-1 0,6 11 0,-8-16 0,-1 0 0,0-1 0,1 1 0,0 0 0,0-1 0,0 0 0,0 1 0,0-1 0,0 0 0,1-1 0,-1 1 0,0 0 0,1-1 0,0 0 0,-1 0 0,1 0 0,0 0 0,-1-1 0,1 1 0,0-1 0,0 0 0,0 0 0,-1-1 0,1 1 0,0-1 0,-1 1 0,1-1 0,0 0 0,3-2 0,2-1 0,0 0 0,0 0 0,-1-1 0,0 0 0,0 0 0,0-1 0,-1 0 0,0 0 0,0-1 0,-1 1 0,1-2 0,-1 1 0,-1-1 0,1 0 0,-2 0 0,1 0 0,-1-1 0,0 0 0,-1 1 0,0-2 0,0 1 0,-1 0 0,0 0 0,-1-1 0,0 1 0,0-1 0,-1 1 0,0-1 0,-1 1 0,0-1 0,0 1 0,-1 0 0,-1-1 0,-3-10 0,-4-3 0,0 0 0,-1 1 0,-2 0 0,0 1 0,-25-31 0,-91-84 0,111 118 0,14 15 0,1-1 0,0 1 0,0 0 0,1-1 0,-1 0 0,1 1 0,-1-1 0,1 0 0,-2-6 0,4 9 0,0 0 0,0 0 0,0-1 0,0 1 0,0 0 0,0 0 0,0 0 0,0 0 0,0 0 0,1-1 0,-1 1 0,0 0 0,1 0 0,-1 0 0,1 0 0,-1 0 0,1 0 0,0 0 0,-1 0 0,1 0 0,0 0 0,0 1 0,0-1 0,0 0 0,-1 0 0,1 1 0,0-1 0,0 1 0,0-1 0,0 0 0,1 1 0,-1 0 0,0-1 0,0 1 0,0 0 0,0 0 0,0-1 0,0 1 0,1 0 0,0 0 0,40-7 0,51-3 0,-68 9 0,1-2 0,0 0 0,-1-1 0,0-2 0,0 0 0,37-16 0,-65 23 0,1 0 0,-1 1 0,1-1 0,-1 1 0,1 0 0,0 0 0,0 0 0,0 0 0,0 0 0,0 0 0,0 0 0,1 1 0,-1-1 0,1 1 0,-1-1 0,1 1 0,0 0 0,0-1 0,0 1 0,0 0 0,1 0 0,-1 0 0,1-1 0,0 1 0,0 5 0,0-5 0,0-1 0,1 0 0,0 0 0,-1 1 0,1-1 0,0 0 0,0 0 0,0 0 0,1 0 0,-1 0 0,0 0 0,1 0 0,-1-1 0,1 1 0,0 0 0,0-1 0,-1 1 0,1-1 0,0 0 0,0 0 0,0 0 0,0 0 0,1 0 0,-1 0 0,0 0 0,0 0 0,1-1 0,-1 1 0,0-1 0,0 0 0,1 0 0,3 0 0,4 0 0,0-1 0,0-1 0,0 0 0,0 0 0,0-1 0,-1 0 0,1 0 0,-1-1 0,0-1 0,0 1 0,9-7 0,-14 8 0,0 1 0,0 0 0,-1-1 0,1 1 0,-1-1 0,1 0 0,-1-1 0,0 1 0,0 0 0,0-1 0,-1 0 0,1 1 0,-1-1 0,0 0 0,0 0 0,0 0 0,-1-1 0,1 1 0,-1 0 0,0-1 0,0 1 0,-1-1 0,1 1 0,-1-1 0,0 1 0,-1-6 0,2 9 0,-1 1 0,0-1 0,0 1 0,0-1 0,0 1 0,0-1 0,-1 1 0,1 0 0,0-1 0,0 1 0,0-1 0,0 1 0,0-1 0,0 1 0,-1 0 0,1-1 0,0 1 0,0 0 0,-1-1 0,1 1 0,0 0 0,-1-1 0,1 1 0,0 0 0,-1-1 0,1 1 0,0 0 0,-1 0 0,1 0 0,-1-1 0,1 1 0,-1 0 0,-7 12 0,-1 25 0,8-30 0,1 1 0,-1 0 0,1-1 0,1 1 0,-1 0 0,1-1 0,1 1 0,-1-1 0,1 1 0,6 14 0,-6-19 0,0 0 0,0 0 0,0-1 0,0 1 0,1 0 0,-1-1 0,1 0 0,0 1 0,0-1 0,-1 0 0,1 0 0,1-1 0,-1 1 0,0-1 0,0 1 0,1-1 0,-1 0 0,0 0 0,1 0 0,-1-1 0,1 1 0,-1-1 0,1 0 0,0 0 0,-1 0 0,5-1 0,1 0 0,1 0 0,-1 0 0,0-1 0,1 0 0,-1-1 0,0 0 0,0 0 0,-1-1 0,1 0 0,-1-1 0,0 1 0,0-2 0,0 1 0,-1-1 0,8-8 0,-6 5 0,-1-1 0,-1 0 0,0 0 0,0-1 0,-1 0 0,0 0 0,-1 0 0,0-1 0,-1 0 0,5-22 0,-2 1 0,5-60 0,-11 81 0,-1 0 0,0 0 0,0 0 0,-2 0 0,1 1 0,-1-1 0,-1 0 0,-6-16 0,9 27 0,0 0 0,0 0 0,-1 0 0,1 0 0,0 0 0,-1 0 0,1 1 0,-1-1 0,1 0 0,-1 0 0,1 0 0,-1 1 0,0-1 0,1 0 0,-1 0 0,0 1 0,0-1 0,1 1 0,-1-1 0,0 1 0,0-1 0,0 1 0,0-1 0,0 1 0,1 0 0,-1-1 0,0 1 0,0 0 0,0 0 0,0 0 0,-2 0 0,2 1 0,-1 0 0,0 0 0,1 0 0,-1 0 0,1 0 0,-1 0 0,1 1 0,-1-1 0,1 1 0,0-1 0,0 1 0,0-1 0,0 1 0,-1 2 0,-5 10 0,0 1 0,-7 26 0,3 4 0,-7 72 0,10-58 0,6-52 0,1-1 0,1 1 0,0 0 0,-1 0 0,2 0 0,-1 0 0,1 0 0,0-1 0,1 1 0,-1 0 0,1-1 0,1 1 0,-1-1 0,1 0 0,0 0 0,8 11 0,-8-13 0,1-1 0,-1 0 0,1 0 0,0 0 0,0 0 0,0 0 0,0-1 0,1 0 0,-1 0 0,0 0 0,1 0 0,0-1 0,-1 1 0,1-1 0,0-1 0,0 1 0,0-1 0,0 1 0,-1-1 0,1-1 0,0 1 0,0-1 0,0 0 0,6-2 0,-1 0 0,1-1 0,-1 0 0,0-1 0,0 0 0,0 0 0,-1-1 0,0-1 0,0 0 0,0 0 0,-1 0 0,0-1 0,0 0 0,-1-1 0,0 0 0,-1 0 0,0 0 0,-1-1 0,1 0 0,6-18 0,-12 26 0,1 0 0,0 0 0,-1 0 0,1 0 0,-1 0 0,1 0 0,-1 0 0,0 0 0,0 0 0,0 0 0,0 0 0,0 0 0,0 0 0,-1 0 0,1 1 0,-1-1 0,1 0 0,-1 0 0,-2-3 0,3 4 0,0 1 0,0 0 0,-1 0 0,1 0 0,0-1 0,0 1 0,-1 0 0,1 0 0,0 0 0,-1 0 0,1-1 0,0 1 0,-1 0 0,1 0 0,0 0 0,-1 0 0,1 0 0,0 0 0,-1 0 0,1 0 0,0 0 0,-1 0 0,1 0 0,0 0 0,-1 0 0,1 0 0,0 1 0,-1-1 0,1 0 0,0 0 0,-1 0 0,1 0 0,0 1 0,0-1 0,-1 0 0,-13 23 0,12-18 0,0 0 0,0 1 0,1 0 0,0-1 0,0 1 0,0 0 0,1-1 0,0 1 0,0 0 0,0-1 0,1 1 0,0 0 0,0-1 0,0 1 0,1 0 0,-1-1 0,2 0 0,-1 1 0,0-1 0,1 0 0,0 0 0,0-1 0,1 1 0,-1-1 0,1 1 0,0-1 0,0 0 0,0 0 0,1-1 0,8 6 0,-11-8 0,0 0 0,-1 0 0,1-1 0,0 1 0,0-1 0,0 1 0,0-1 0,0 0 0,0 0 0,0 0 0,0 0 0,0 0 0,0 0 0,0 0 0,-1-1 0,1 1 0,0-1 0,0 0 0,0 1 0,0-1 0,-1 0 0,1 0 0,0 0 0,-1 0 0,1 0 0,0 0 0,-1-1 0,2-1 0,5-6 0,-1 1 0,0-1 0,0-1 0,5-9 0,9-12 0,-21 30 0,1 1 0,0-1 0,-1 1 0,1-1 0,0 1 0,-1-1 0,1 1 0,0 0 0,0-1 0,-1 1 0,1 0 0,0 0 0,0 0 0,0-1 0,-1 1 0,1 0 0,0 0 0,0 0 0,0 0 0,-1 0 0,1 0 0,0 0 0,0 1 0,0-1 0,-1 0 0,1 0 0,0 1 0,0-1 0,-1 0 0,1 1 0,0-1 0,-1 1 0,1-1 0,0 1 0,-1-1 0,1 1 0,-1-1 0,1 1 0,0 0 0,-1-1 0,0 1 0,1 0 0,0 0 0,24 42 0,-16-27 0,-7-13 0,-1-1 0,1 1 0,0 0 0,0-1 0,0 0 0,0 1 0,0-1 0,1 0 0,-1 0 0,1 0 0,-1 0 0,1-1 0,0 1 0,0-1 0,-1 1 0,1-1 0,0 0 0,0 0 0,0-1 0,1 1 0,3 0 0,-3-2 0,0 1 0,0-1 0,0-1 0,0 1 0,0 0 0,0-1 0,0 0 0,-1 0 0,1 0 0,0 0 0,-1-1 0,0 0 0,1 1 0,-1-1 0,4-5 0,-3 3 0,1-1 0,-1 1 0,-1-1 0,1 0 0,-1 1 0,0-2 0,-1 1 0,1 0 0,-1 0 0,0-1 0,-1 1 0,0-1 0,0 0 0,0 1 0,-1-13 0,0 9 0,-1-1 0,0 1 0,0 0 0,-1-1 0,-1 1 0,0 0 0,0 1 0,-1-1 0,-6-12 0,38 37 0,0 1 0,33 27 0,-56-40 0,0 0 0,-1 1 0,1 0 0,-1 0 0,0 0 0,0 0 0,-1 1 0,1 0 0,-1-1 0,0 1 0,0 1 0,-1-1 0,0 0 0,0 1 0,0-1 0,0 1 0,-1-1 0,0 1 0,0 0 0,0 0 0,-1-1 0,0 1 0,0 0 0,0 0 0,-1 0 0,0-1 0,0 1 0,0 0 0,-4 6 0,5-10 0,-1-1 0,0 0 0,0 1 0,1-1 0,-1 1 0,1-1 0,-1 1 0,1-1 0,0 1 0,-1 0 0,1-1 0,0 1 0,0-1 0,0 1 0,0-1 0,0 1 0,1 0 0,-1-1 0,0 1 0,1-1 0,-1 1 0,1-1 0,0 1 0,-1-1 0,1 0 0,0 1 0,0-1 0,0 0 0,1 2 0,1-2 0,0-1 0,-1 1 0,1-1 0,0 0 0,0 0 0,-1 0 0,1 0 0,0 0 0,0-1 0,-1 1 0,1-1 0,0 0 0,-1 0 0,1 0 0,-1 0 0,5-2 0,5-3 0,35-14 0,48-30 0,-84 43 0,0 0 0,-1 0 0,0-1 0,0 0 0,0-1 0,-1 0 0,-1 0 0,1-1 0,-2 0 0,8-13 0,-14 22 0,0 0 0,0 0 0,0 0 0,-1 0 0,1 0 0,-1-1 0,1 1 0,-1 0 0,1-1 0,-1 1 0,0 0 0,0-1 0,1 1 0,-1 0 0,0-1 0,0 1 0,-1-1 0,1 1 0,0 0 0,0-1 0,0 1 0,-1 0 0,1-1 0,-2-1 0,1 2 0,0 0 0,-1 0 0,1 0 0,0 1 0,-1-1 0,1 0 0,-1 1 0,1-1 0,0 1 0,-1-1 0,1 1 0,-1 0 0,1 0 0,-1 0 0,0 0 0,1 0 0,-1 0 0,-1 0 0,-6 1 0,0 1 0,-1 0 0,1 0 0,0 1 0,-15 6 0,16-5 0,1 0 0,0 0 0,0 1 0,1 0 0,-1 0 0,1 1 0,0 0 0,1 0 0,-1 0 0,1 0 0,-6 12 0,9-15 0,1 0 0,0 0 0,-1 0 0,1 0 0,0 0 0,1 0 0,-1 1 0,1-1 0,-1 0 0,1 0 0,0 1 0,0-1 0,1 0 0,-1 1 0,1-1 0,-1 0 0,1 0 0,0 0 0,0 0 0,0 0 0,1 0 0,-1 0 0,1 0 0,0 0 0,0 0 0,0-1 0,0 1 0,0-1 0,0 1 0,1-1 0,3 3 0,4 2 10,0 0 0,0-1 0,1 0 0,-1 0 0,1-1 0,1-1 0,-1 0 0,1 0 0,-1-1 0,1-1 0,18 2 0,-13-2-196,0-1 1,1-1-1,-1-1 0,0 0 1,0-1-1,0-1 1,25-7-1,-11-2-6640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00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68 24575,'-9'0'0,"-6"4"0,-6 2 0,5 0 0,10-2 0,14-1 0,15-5 0,16-3 0,15-4 0,15-1 0,9-4 0,8 2 0,3 2 0,-1-1 0,-2 1 0,-17 2-8191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00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24575,'-4'0'0,"-6"0"0,-6 0 0,1 5 0,1 5 0,5 6 0,7 4 0,9-2 0,7-3 0,1-8 0,-1-11 0,-8-4 0,-5-5 0,-3 0-8191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52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356 427 24575,'-5'7'0,"5"-7"0,2-14 0,-1 8 0,-1 1 0,0-1 0,0 1 0,0-1 0,-1 1 0,0-1 0,0 1 0,0-1 0,-1 1 0,1 0 0,-1 0 0,-1 0 0,-4-8 0,5 9 0,-1 1 0,0 0 0,1 1 0,-1-1 0,-1 0 0,1 1 0,0 0 0,-1 0 0,1 0 0,-1 0 0,1 0 0,-1 1 0,0-1 0,0 1 0,0 0 0,0 0 0,1 1 0,-1-1 0,-9 1 0,3 0 0,-1 1 0,0 0 0,1 1 0,-1 0 0,1 1 0,0 0 0,0 1 0,0 0 0,0 0 0,0 1 0,1 0 0,0 1 0,0 0 0,1 0 0,-1 1 0,-11 12 0,12-11 0,1 1 0,-1-1 0,1 2 0,1-1 0,0 0 0,0 1 0,1 0 0,0 1 0,0-1 0,1 1 0,1 0 0,0 0 0,0 0 0,1 0 0,-1 17 0,3-23 0,1 1 0,-1-1 0,1 0 0,-1 0 0,2 0 0,-1 0 0,0 0 0,1 0 0,0 0 0,0-1 0,0 1 0,1 0 0,0-1 0,0 0 0,0 0 0,0 0 0,0 0 0,1 0 0,0-1 0,0 1 0,0-1 0,0 0 0,0 0 0,1-1 0,-1 1 0,1-1 0,0 0 0,0 0 0,9 2 0,-4-2 0,0 0 0,0 0 0,0-1 0,0-1 0,0 0 0,0 0 0,0-1 0,0 0 0,0 0 0,0-1 0,-1-1 0,1 0 0,-1 0 0,15-7 0,-11 1 0,0 1 0,0-1 0,-1-1 0,-1-1 0,0 1 0,0-2 0,-1 1 0,10-16 0,66-114 0,-51 80 0,-30 52 0,-3 5 0,0 0 0,0 0 0,0 0 0,0 0 0,0 1 0,1-1 0,0 1 0,0 0 0,0 0 0,0 0 0,0 0 0,0 0 0,1 1 0,5-3 0,-9 5 0,1 0 0,0 0 0,0 0 0,0 1 0,-1-1 0,1 0 0,0 1 0,0-1 0,-1 0 0,1 1 0,0-1 0,-1 1 0,1-1 0,0 1 0,-1 0 0,1-1 0,-1 1 0,1-1 0,-1 1 0,1 0 0,-1 0 0,0-1 0,1 1 0,-1 0 0,0 0 0,1-1 0,-1 1 0,0 0 0,0 0 0,0 0 0,0 0 0,0 0 0,4 33 0,-4-31 0,-2 102 0,0-64 0,5 49 0,-4-89 0,1-1 0,0 1 0,0-1 0,0 1 0,0-1 0,-1 1 0,1-1 0,0 1 0,0-1 0,0 1 0,0-1 0,0 1 0,1-1 0,-1 1 0,0-1 0,0 1 0,0-1 0,0 1 0,0-1 0,1 1 0,-1-1 0,0 1 0,0-1 0,1 0 0,-1 1 0,0-1 0,1 1 0,-1-1 0,0 0 0,1 1 0,-1-1 0,1 0 0,-1 1 0,1-1 0,-1 0 0,1 0 0,-1 0 0,0 1 0,1-1 0,0 0 0,14-20 0,10-44 0,-24 62 0,12-39 0,-10 27 0,1 1 0,0 0 0,1 0 0,13-23 0,-18 36 0,0-1 0,0 1 0,1-1 0,-1 1 0,0-1 0,0 1 0,1-1 0,-1 1 0,0-1 0,1 1 0,-1-1 0,0 1 0,1-1 0,-1 1 0,1-1 0,-1 1 0,1 0 0,-1-1 0,1 1 0,-1 0 0,1 0 0,-1-1 0,1 1 0,-1 0 0,1 0 0,0 0 0,-1 0 0,1-1 0,-1 1 0,1 0 0,0 0 0,-1 0 0,1 0 0,-1 0 0,1 1 0,-1-1 0,2 0 0,7 23 0,-4 37 0,-5-59 0,0 38 0,3 0 0,1-1 0,17 70 0,-21-106 0,0 0 0,0-1 0,0 1 0,1 0 0,-1 0 0,1-1 0,-1 1 0,1-1 0,0 1 0,0 0 0,0-1 0,0 1 0,0-1 0,0 0 0,0 1 0,0-1 0,0 0 0,1 1 0,-1-1 0,0 0 0,1 0 0,-1 0 0,1-1 0,0 1 0,-1 0 0,2 0 0,0-1 0,-1-1 0,1 0 0,-1 0 0,0 0 0,0 0 0,0 0 0,0 0 0,0-1 0,0 1 0,0-1 0,0 0 0,0 1 0,0-1 0,-1 0 0,1 0 0,-1 0 0,0 0 0,2-3 0,19-29 0,28-60 0,7-11 0,-56 102 0,1 0 0,0 0 0,0 1 0,0-1 0,1 1 0,-1-1 0,1 1 0,-1 0 0,1 0 0,5-4 0,-7 6 0,-1 0 0,1 0 0,0 0 0,-1-1 0,1 1 0,-1 0 0,1 0 0,0 0 0,-1 0 0,1 0 0,-1 0 0,1 0 0,0 0 0,-1 0 0,1 1 0,-1-1 0,1 0 0,-1 0 0,1 0 0,0 1 0,-1-1 0,1 0 0,-1 1 0,1-1 0,9 23 0,-8-5 0,-1 1 0,-3 32 0,1-41 0,0 1 0,0 0 0,1 0 0,1 0 0,0 0 0,0 0 0,1-1 0,0 1 0,1 0 0,0-1 0,7 15 0,-9-23 0,0-1 0,0 0 0,-1 1 0,1-1 0,1 0 0,-1 1 0,0-1 0,0 0 0,0 0 0,1 0 0,-1 0 0,0 0 0,1 0 0,-1 0 0,1-1 0,-1 1 0,1 0 0,-1-1 0,1 1 0,0-1 0,-1 0 0,4 1 0,-2-2 0,0 1 0,0-1 0,-1 1 0,1-1 0,0 0 0,0 0 0,-1 0 0,1-1 0,-1 1 0,1 0 0,-1-1 0,3-2 0,6-6 0,0 0 0,-1-1 0,17-23 0,-26 33 0,26-36 0,-1 0 0,1 1 0,1 2 0,2 0 0,65-54 0,-94 86 0,1 1 0,0-1 0,0 1 0,0-1 0,0 1 0,0 0 0,1 0 0,-1 0 0,0 0 0,0 0 0,1 0 0,-1 1 0,1-1 0,-1 1 0,1 0 0,-1-1 0,0 1 0,1 0 0,-1 0 0,1 1 0,-1-1 0,1 1 0,-1-1 0,1 1 0,-1 0 0,0-1 0,3 3 0,-2-1 0,0 1 0,-1 0 0,1 0 0,-1 0 0,1 0 0,-1 0 0,0 1 0,0-1 0,0 1 0,-1-1 0,1 1 0,-1 0 0,0-1 0,0 1 0,0 0 0,0 6 0,2 6 0,-1 1 0,0 0 0,-2 0 0,1 0 0,-2 0 0,-1 0 0,0 0 0,-1 0 0,-5 17 0,8-34 0,0 0 0,0 1 0,0-1 0,0 0 0,0 1 0,0-1 0,0 0 0,0 0 0,-1 0 0,1 1 0,0-1 0,0 0 0,0 0 0,0 1 0,-1-1 0,1 0 0,0 0 0,0 0 0,0 0 0,-1 1 0,1-1 0,0 0 0,0 0 0,-1 0 0,1 0 0,0 0 0,0 0 0,-1 0 0,1 1 0,0-1 0,0 0 0,-1 0 0,1 0 0,0 0 0,0 0 0,-1 0 0,1 0 0,-1-1 0,-8-9 0,-8-26 0,13 25 0,-1 1 0,0 0 0,0 0 0,-1 1 0,0 0 0,-1 0 0,0 0 0,0 1 0,-15-13 0,19 19 0,-1 0 0,1 0 0,-1 0 0,0 0 0,0 1 0,0-1 0,0 1 0,0 0 0,0 0 0,0 0 0,0 1 0,0-1 0,0 1 0,-1 0 0,1 0 0,0 1 0,0-1 0,0 1 0,0 0 0,0 0 0,0 0 0,0 1 0,0-1 0,0 1 0,0 0 0,-4 3 0,2 0 0,0 0 0,0 0 0,0 0 0,1 0 0,0 1 0,0 0 0,0 0 0,1 1 0,0-1 0,0 1 0,1 0 0,-1 0 0,2 0 0,-5 15 0,5-17 0,1-1 0,0 1 0,0 0 0,0-1 0,0 1 0,1 0 0,0-1 0,0 1 0,0 0 0,0 0 0,1 0 0,0-1 0,0 1 0,0-1 0,0 1 0,1 0 0,0-1 0,0 0 0,0 0 0,1 1 0,-1-1 0,1 0 0,0-1 0,0 1 0,4 3 0,-4-5 0,0-1 0,0 1 0,0-1 0,0 0 0,0 0 0,0 0 0,1 0 0,-1-1 0,0 1 0,1-1 0,-1 0 0,1 0 0,-1 0 0,0 0 0,1 0 0,-1-1 0,0 0 0,1 0 0,-1 0 0,0 0 0,0 0 0,0-1 0,0 1 0,0-1 0,0 0 0,0 0 0,-1 0 0,1 0 0,2-3 0,7-4 0,-1-1 0,0-1 0,-1 0 0,0 0 0,11-18 0,-10 9 0,0 0 0,-1-1 0,-1 0 0,-1-1 0,-1 0 0,-1 0 0,4-28 0,12-169 0,-18 146 0,1-10 0,-36 549 0,21-398 0,3 0 0,2 108 0,5-173 5,0-1 0,0 1 0,0-1 0,1 1 0,-1-1 0,1 1 0,0-1 0,0 1 0,-1-1 0,2 0 0,-1 1 0,0-1 0,0 0 0,1 0 0,-1 0 0,1 0 0,0 0 0,-1 0 0,1-1 0,0 1 0,0 0 0,0-1 0,4 2 0,-2-1-129,0-1 0,1 1 1,-1-1-1,1 0 0,-1-1 0,1 1 1,0-1-1,-1 0 0,1 0 0,0 0 1,7-2-1,19-4-6702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53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90 24575,'0'0'0,"0"0"0,-1-1 0,1 1 0,0 0 0,0-1 0,0 1 0,-1 0 0,1 0 0,0-1 0,-1 1 0,1 0 0,0 0 0,0-1 0,-1 1 0,1 0 0,0 0 0,-1 0 0,1 0 0,0 0 0,-1-1 0,1 1 0,-1 0 0,1 0 0,0 0 0,-1 0 0,1 0 0,0 0 0,-1 0 0,1 0 0,-1 0 0,1 0 0,0 1 0,-1-1 0,1 0 0,0 0 0,-1 0 0,0 1 0,-3 14 0,6 22 0,2-20 0,0-1 0,1 0 0,0 0 0,1 0 0,10 17 0,-13-28 0,0 0 0,0 0 0,1 0 0,0 0 0,0 0 0,0-1 0,10 8 0,-12-10 0,0-1 0,1 1 0,-1-1 0,1 0 0,-1 0 0,1 0 0,-1 0 0,1 0 0,0-1 0,-1 1 0,1-1 0,0 1 0,-1-1 0,1 0 0,0 0 0,0-1 0,-1 1 0,5-1 0,-3-1 0,0 0 0,0-1 0,0 1 0,0-1 0,0 0 0,0 0 0,-1 0 0,1 0 0,-1-1 0,0 0 0,0 1 0,0-1 0,-1 0 0,1 0 0,-1-1 0,0 1 0,0 0 0,0-1 0,-1 1 0,2-6 0,2-7 0,-1-1 0,0 1 0,-1-1 0,1-19 0,-8-27 0,4 60 0,-1 0 0,1 0 0,-1 1 0,-1-1 0,1 0 0,0 1 0,-1-1 0,0 1 0,0-1 0,0 1 0,0 0 0,0 0 0,-6-6 0,7 9 0,0-1 0,1 0 0,-1 1 0,0 0 0,0-1 0,0 1 0,0-1 0,0 1 0,0 0 0,-1 0 0,1 0 0,0 0 0,0 0 0,0 0 0,0 0 0,0 0 0,0 0 0,0 0 0,0 0 0,0 1 0,0-1 0,0 0 0,0 1 0,0-1 0,0 1 0,0-1 0,0 1 0,0-1 0,1 1 0,-1 0 0,0-1 0,0 1 0,0 0 0,1 0 0,-1 0 0,1-1 0,-1 1 0,0 0 0,0 1 0,-19 39 0,16-25 0,1-1 0,1 0 0,0 0 0,1 1 0,0-1 0,2 1 0,0 0 0,0-1 0,1 0 0,8 27 0,-8-35 0,-1-1 0,1 0 0,1 1 0,-1-1 0,1 0 0,0 0 0,0-1 0,1 1 0,0-1 0,0 1 0,0-1 0,1 0 0,-1-1 0,1 1 0,0-1 0,1 0 0,-1 0 0,1-1 0,0 1 0,-1-1 0,1 0 0,1-1 0,-1 0 0,0 0 0,1 0 0,-1-1 0,10 2 0,-11-3 0,-1 0 0,0 0 0,1 0 0,-1-1 0,0 0 0,1 1 0,-1-1 0,0-1 0,0 1 0,0-1 0,0 0 0,0 1 0,0-2 0,-1 1 0,1 0 0,0-1 0,-1 0 0,4-4 0,2-3 0,-1 0 0,0-1 0,-1 0 0,9-19 0,11-16 0,-26 44 0,0 0 0,0 0 0,1 1 0,-1-1 0,1 0 0,-1 1 0,1-1 0,0 1 0,0 0 0,0 0 0,0-1 0,0 1 0,0 0 0,0 0 0,0 1 0,0-1 0,0 0 0,0 1 0,0 0 0,3-1 0,-1 1 0,0 0 0,0 1 0,0 0 0,0-1 0,0 1 0,0 0 0,-1 1 0,1-1 0,0 1 0,5 3 0,6 5 0,0 1 0,0 1 0,24 24 0,-34-30 0,103 95 0,-107-100 0,-1-1 0,0 1 0,0-1 0,0 0 0,1 1 0,-1-1 0,0 0 0,0 1 0,1-1 0,-1 0 0,0 1 0,1-1 0,-1 0 0,0 0 0,1 1 0,-1-1 0,0 0 0,1 0 0,-1 1 0,1-1 0,-1 0 0,0 0 0,1 0 0,-1 0 0,1 0 0,-1 0 0,0 0 0,1 0 0,-1 0 0,1 0 0,-1 0 0,1 0 0,-1 0 0,0 0 0,1 0 0,-1 0 0,1-1 0,0 1 0,-3-19 0,-17-33 0,17 48 0,-23-66 0,17 45 0,0 0 0,-2 0 0,-1 2 0,-21-36 0,32 59 0,-1-1 0,1 1 0,0-1 0,-1 0 0,1 1 0,-1-1 0,1 1 0,-1-1 0,1 1 0,-1-1 0,1 1 0,-1-1 0,1 1 0,-1 0 0,1-1 0,-1 1 0,0 0 0,1-1 0,-1 1 0,0 0 0,1 0 0,-1 0 0,0 0 0,1-1 0,-1 1 0,0 0 0,1 0 0,-1 0 0,0 1 0,-1-1 0,-12 18 0,-4 45 0,15-50 0,-28 100 0,-25 110 0,55-221 0,0 1 0,1 0 0,-1 0 0,1 0 0,0 0 0,0 0 0,0 0 0,1 0 0,-1 0 0,1 0 0,-1-1 0,1 1 0,1 3 0,-1-5 0,-1 0 0,1-1 0,0 1 0,0 0 0,0-1 0,-1 1 0,1 0 0,0-1 0,0 1 0,0-1 0,0 1 0,0-1 0,0 0 0,0 1 0,0-1 0,0 0 0,0 0 0,1 0 0,-1 1 0,0-1 0,0 0 0,0-1 0,0 1 0,0 0 0,0 0 0,0 0 0,0-1 0,0 1 0,0 0 0,0-1 0,0 1 0,0-1 0,0 1 0,0-1 0,0 0 0,0 1 0,1-2 0,13-8 0,0 0 0,-1 0 0,0-2 0,-1 0 0,0 0 0,-1-1 0,0-1 0,10-16 0,9-15 0,32-66 0,-49 81 0,-1 1 0,-1-2 0,-1 0 0,-2 0 0,8-53 0,-21 127 0,2 1 0,2-1 0,2 0 0,2 1 0,1-1 0,13 45 0,-16-80 14,1 1-1,0 0 0,1-1 0,0 0 1,0 0-1,0 0 0,1 0 1,8 8-1,-12-14-58,1 0 0,0 0 0,0 0 0,0-1 0,0 1 0,0-1 0,0 1 0,0-1 0,0 0 0,1 0 0,-1 1 0,0-2 0,1 1 0,-1 0 0,1 0 0,-1-1 0,1 0 0,-1 1 0,1-1 0,0 0 0,-1 0 0,1 0 0,-1-1 0,1 1 0,-1-1 0,1 1 0,-1-1 0,1 0 0,-1 0 0,0 0 0,1 0 0,3-3 0,10-7-6781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53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70 148 24575,'-4'-4'0,"-6"-6"0,-6-6 0,1-4 0,2-3 0,3-2 0,9 3 0,7 6 0,4 5-8191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54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60 24575,'-7'-1'0,"0"0"0,1-1 0,-1 1 0,0-2 0,1 1 0,-1-1 0,1 1 0,0-2 0,0 1 0,-7-6 0,8 5 0,-1 1 0,0-1 0,0 1 0,0 0 0,0 0 0,-1 1 0,1 0 0,-1 0 0,-9-1 0,15 3 0,-1 1 0,0-1 0,1 1 0,-1-1 0,1 1 0,-1 0 0,1-1 0,-1 1 0,1 0 0,0 0 0,-1 0 0,1 0 0,0 0 0,0 0 0,0 1 0,0-1 0,0 0 0,0 0 0,0 1 0,0-1 0,0 1 0,1-1 0,-1 1 0,0-1 0,1 1 0,0-1 0,-1 1 0,1 2 0,-10 54 0,8-45 0,-7 92 0,7 197 0,3-279 24,1-1 0,1 1 0,0-1 0,9 28 0,-10-44-92,0-1 1,0 1-1,0-1 1,0 0-1,1 0 1,0 0-1,0 0 1,0 0-1,1 0 1,-1-1-1,1 0 1,0 1-1,0-2 1,1 1-1,-1 0 1,1-1-1,0 0 1,0 0-1,0 0 1,0-1-1,9 4 1,13-1-6759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54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191 105 24575,'-8'-4'0,"-12"-6"0,-11-6 0,-5 1 0,-4 2 0,4-1 0,17 2 0,20 3 0,19 3 0,19 3 0,15 1 0,12 2 0,12 0 0,6 0 0,-12 1-8191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55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432 420 24575,'-4'-1'0,"-1"-1"0,1 1 0,-1-1 0,1 0 0,0 0 0,0-1 0,0 1 0,0-1 0,0 0 0,1 0 0,-4-4 0,-16-10 0,13 12 0,0 0 0,-1 1 0,0 1 0,1 0 0,-1 0 0,0 1 0,0 1 0,-1 0 0,1 0 0,0 1 0,0 0 0,0 1 0,0 0 0,0 1 0,0 0 0,0 1 0,-16 6 0,19-6 0,-1 0 0,1 1 0,-1 0 0,1 1 0,1-1 0,-1 1 0,1 1 0,-1 0 0,2 0 0,-1 0 0,1 0 0,0 1 0,0 0 0,0 1 0,1-1 0,1 1 0,-1 0 0,1 0 0,0 1 0,1-1 0,-4 17 0,6-22 0,0-1 0,1 1 0,-1 0 0,1 0 0,0 0 0,0 0 0,0 0 0,0 0 0,1-1 0,-1 1 0,1 0 0,-1 0 0,1 0 0,0-1 0,0 1 0,0 0 0,1-1 0,-1 1 0,1-1 0,-1 1 0,1-1 0,0 0 0,0 0 0,0 0 0,0 0 0,0 0 0,0 0 0,1 0 0,-1-1 0,1 1 0,-1-1 0,1 0 0,-1 1 0,1-1 0,0 0 0,0-1 0,-1 1 0,1-1 0,0 1 0,0-1 0,0 0 0,0 0 0,3 0 0,4 0 0,-1 0 0,1-1 0,0 0 0,-1 0 0,1-1 0,-1 0 0,0-1 0,1 0 0,-1-1 0,0 1 0,-1-2 0,9-5 0,0-4 0,-1-1 0,0 0 0,16-21 0,-4 3 0,-27 33 0,-1-1 0,0 1 0,0 0 0,1-1 0,-1 1 0,0 0 0,1 0 0,-1-1 0,0 1 0,1 0 0,-1 0 0,1-1 0,-1 1 0,0 0 0,1 0 0,-1 0 0,1 0 0,-1 0 0,0 0 0,1 0 0,-1 0 0,1 0 0,-1 0 0,1 0 0,-1 0 0,0 0 0,1 0 0,-1 0 0,1 0 0,-1 1 0,0-1 0,1 0 0,-1 0 0,0 0 0,1 1 0,-1-1 0,0 0 0,1 0 0,-1 1 0,14 21 0,7 40 0,-18-51 0,3 14 0,9 31 0,-15-54 0,1 0 0,0 0 0,-1 0 0,1 0 0,0-1 0,0 1 0,0 0 0,0-1 0,0 1 0,1-1 0,-1 1 0,0-1 0,1 1 0,-1-1 0,1 0 0,0 0 0,-1 0 0,1 0 0,0 0 0,0 0 0,3 1 0,-3-2 0,0 0 0,0 0 0,0-1 0,0 1 0,0-1 0,0 1 0,0-1 0,0 0 0,0 0 0,0 0 0,0 0 0,-1 0 0,1 0 0,0 0 0,-1-1 0,1 1 0,-1-1 0,1 1 0,-1-1 0,0 1 0,3-5 0,23-42 0,-23 40 0,17-40 0,-17 36 0,1 0 0,0 0 0,1 1 0,0-1 0,1 1 0,0 1 0,9-12 0,-15 22 0,-1-1 0,1 1 0,-1-1 0,1 1 0,-1-1 0,1 1 0,-1-1 0,1 1 0,0 0 0,-1-1 0,1 1 0,-1 0 0,1 0 0,0-1 0,-1 1 0,1 0 0,0 0 0,0 0 0,-1 0 0,1 0 0,0 0 0,-1 0 0,1 0 0,0 0 0,-1 0 0,1 0 0,0 0 0,-1 0 0,1 1 0,0-1 0,0 1 0,12 20 0,-3 31 0,-10 1 0,-1-42 0,0 0 0,1 0 0,1 0 0,0 0 0,0 0 0,5 15 0,-6-25 0,0 0 0,0 0 0,0-1 0,1 1 0,-1 0 0,0-1 0,1 1 0,-1 0 0,1-1 0,-1 1 0,1 0 0,-1-1 0,1 1 0,-1-1 0,1 1 0,-1-1 0,1 1 0,0-1 0,-1 1 0,1-1 0,0 0 0,-1 1 0,1-1 0,0 0 0,0 0 0,-1 1 0,1-1 0,1 0 0,20-11 0,11-30 0,9-43 0,-8 13 0,-34 70 0,0 1 0,0-1 0,0 1 0,0-1 0,0 1 0,1-1 0,-1 1 0,0-1 0,0 1 0,1-1 0,-1 1 0,0 0 0,0-1 0,1 1 0,-1-1 0,1 1 0,-1 0 0,0-1 0,1 1 0,-1 0 0,1 0 0,-1-1 0,0 1 0,1 0 0,-1 0 0,1-1 0,-1 1 0,1 0 0,-1 0 0,1 0 0,-1 0 0,1 0 0,-1 0 0,1 0 0,0 0 0,-1 0 0,1 0 0,7 20 0,-5 33 0,-3-52 0,0 15 0,0-5 0,0 1 0,0 0 0,1 0 0,1-1 0,0 1 0,4 13 0,-5-22 0,0-1 0,0 1 0,1 0 0,-1-1 0,1 1 0,0-1 0,0 0 0,0 0 0,0 1 0,0-1 0,0 0 0,0-1 0,1 1 0,-1 0 0,1-1 0,-1 1 0,1-1 0,0 0 0,-1 0 0,1 0 0,0 0 0,0 0 0,0-1 0,0 1 0,0-1 0,-1 0 0,1 0 0,0 0 0,0 0 0,4-1 0,4-1 0,-1 0 0,0 0 0,0-1 0,0-1 0,0 1 0,0-2 0,-1 1 0,0-1 0,0-1 0,0 1 0,-1-2 0,14-11 0,-6 3 0,-1 0 0,-1-1 0,0-1 0,-2 0 0,14-23 0,-23 36 0,-1-1 0,0 0 0,1 1 0,-2-1 0,1 0 0,0 0 0,-1 0 0,0 0 0,0-1 0,-1 1 0,1 0 0,-2-10 0,1 13 0,-1 0 0,1 1 0,-1-1 0,0 0 0,0 0 0,0 1 0,0-1 0,0 0 0,0 1 0,0-1 0,0 1 0,0 0 0,-1-1 0,1 1 0,-1 0 0,1 0 0,-1 0 0,1 0 0,-1 0 0,0 0 0,0 0 0,1 0 0,-1 1 0,0-1 0,0 1 0,0-1 0,0 1 0,1 0 0,-1 0 0,0 0 0,0 0 0,0 0 0,0 0 0,0 0 0,0 1 0,0-1 0,-2 2 0,-9 0 0,0 1 0,1 1 0,-1 0 0,1 1 0,0 0 0,1 1 0,-1 0 0,-19 15 0,24-16 0,1-1 0,0 1 0,0 1 0,0-1 0,1 1 0,-1 0 0,2 0 0,-1 0 0,1 1 0,0 0 0,0 0 0,0 0 0,1 0 0,0 0 0,-3 15 0,6-19 0,-1-1 0,1 1 0,0-1 0,0 1 0,0-1 0,0 1 0,0 0 0,1-1 0,-1 1 0,1-1 0,-1 1 0,1-1 0,0 0 0,0 1 0,0-1 0,1 0 0,-1 0 0,0 1 0,1-1 0,-1 0 0,1 0 0,2 2 0,0-2 0,-1 0 0,1 0 0,-1 0 0,1 0 0,0-1 0,0 1 0,0-1 0,0 0 0,0 0 0,0-1 0,0 1 0,7-1 0,2 0 0,1-1 0,-1-1 0,0 0 0,0 0 0,-1-1 0,1-1 0,22-9 0,-26 8 0,0 0 0,-1 0 0,0-1 0,0 0 0,0-1 0,-1 1 0,0-2 0,0 1 0,0-1 0,-1 0 0,0 0 0,-1 0 0,0-1 0,0 0 0,-1 0 0,0 0 0,-1-1 0,0 1 0,0-1 0,-1 0 0,2-14 0,-1-16 0,-2 0 0,-2 0 0,-1-1 0,-9-43 0,0-20 0,10 52 0,1 46 0,-1 24 0,0-3 0,-38 280 0,12-123 0,16-106 0,4-26 0,-4 62 0,10-93 0,1 1 0,0-1 0,1 1 0,0-1 0,0 0 0,1 1 0,1-1 0,-1 0 0,1 0 0,1 0 0,8 16 0,-9-21 4,0-1 1,0 1-1,1-1 0,-1 0 0,1 0 0,0 0 0,-1 0 0,1 0 0,1-1 1,-1 0-1,0 0 0,0 0 0,1 0 0,-1-1 0,1 0 0,-1 0 1,1 0-1,0 0 0,-1-1 0,1 1 0,0-1 0,0-1 0,7 0 1,9-2-240,1-1 1,0-1-1,34-14 1,-40 14-293,27-10-6299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35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4 24575,'-4'0'0,"0"1"0,1-1 0,-1 1 0,1 0 0,-1 0 0,1 0 0,-1 0 0,-5 3 0,-1 1 0,12-19 0,-1 10 0,-4 16 0,-15 56 0,-31 135 0,43-169 0,2 0 0,1 1 0,2 68 0,1-100 0,0-1 0,1 1 0,-1 0 0,0 0 0,1-1 0,-1 1 0,1 0 0,0 0 0,0-1 0,0 1 0,0-1 0,1 1 0,-1-1 0,1 1 0,-1-1 0,1 0 0,0 0 0,0 0 0,0 0 0,0 0 0,0 0 0,0 0 0,1-1 0,-1 1 0,0-1 0,1 0 0,-1 0 0,4 2 0,-2-3 0,-1 0 0,1 0 0,0 0 0,-1 0 0,1 0 0,-1-1 0,1 1 0,-1-1 0,1 0 0,-1 0 0,0-1 0,1 1 0,-1-1 0,0 1 0,0-1 0,0 0 0,0 0 0,0 0 0,0-1 0,-1 1 0,5-6 0,4-5 0,-1 0 0,0 0 0,-1-1 0,0-1 0,-1 1 0,6-19 0,29-97 0,-12 32 0,-20 78 0,-9 36 0,-8 36 0,-1-18 0,-5 23 0,2 1 0,2 0 0,4 0 0,2 64 0,1-119 0,1-1 0,0 1 0,0-1 0,1 1 0,-1-1 0,0 1 0,1-1 0,0 1 0,-1-1 0,1 0 0,0 1 0,0-1 0,1 0 0,-1 1 0,0-1 0,1 0 0,-1 0 0,1 0 0,0 0 0,-1-1 0,1 1 0,0 0 0,0-1 0,0 1 0,0-1 0,3 2 0,-1-3 0,0 0 0,-1 0 0,1 0 0,0 0 0,-1 0 0,1-1 0,-1 0 0,1 1 0,-1-1 0,1-1 0,-1 1 0,0 0 0,1-1 0,-1 0 0,0 0 0,0 0 0,0 0 0,3-2 0,7-7 0,-1 0 0,0-1 0,-1 0 0,0-1 0,0 0 0,-2-1 0,11-18 0,3-10 0,22-57 0,-34 73 0,6-14 0,-2-2 0,16-64 0,-30 105 0,-1 0 0,1 0 0,-1-1 0,1 1 0,-1 0 0,0 0 0,0 0 0,0 0 0,0-1 0,0 1 0,0 0 0,0 0 0,0 0 0,0 0 0,0-1 0,-1 1 0,1 0 0,0 0 0,-1 0 0,1 0 0,-1 0 0,1 0 0,-1 0 0,-1-1 0,1 1 0,0 1 0,0 0 0,0 0 0,0 0 0,0 1 0,0-1 0,0 0 0,0 0 0,0 1 0,0-1 0,0 0 0,0 1 0,0-1 0,0 1 0,0-1 0,0 1 0,0 0 0,0-1 0,-1 3 0,-43 43 0,40-40 0,1 0 0,-1 1 0,1 0 0,1 0 0,-1 0 0,1 0 0,1 0 0,-1 0 0,1 1 0,1-1 0,-2 12 0,3-15 0,0 0 0,0 1 0,1-1 0,-1 0 0,1 1 0,0-1 0,0 0 0,1 0 0,-1 0 0,1 0 0,0 0 0,0 0 0,0 0 0,1 0 0,-1-1 0,1 1 0,0-1 0,0 0 0,0 0 0,0 0 0,6 3 0,9 6 0,1 0 0,37 16 0,23 14 0,-78-41 0,0-1 0,0 1 0,0-1 0,0 1 0,0-1 0,-1 1 0,1 0 0,0-1 0,0 1 0,-1 0 0,1 0 0,0-1 0,-1 1 0,1 0 0,-1 0 0,1 0 0,-1 0 0,1 0 0,-1 0 0,0 0 0,0 0 0,1 0 0,-1 0 0,0 0 0,0 0 0,0 2 0,-1-2 0,1 0 0,-1 1 0,0-1 0,0 0 0,0 0 0,0 1 0,0-1 0,0 0 0,0 0 0,0 0 0,-1 0 0,1 0 0,0-1 0,-1 1 0,-2 1 0,-9 4 0,-1-1 0,-29 6 0,30-7 0,-7 6 0,37-5 0,47-5 0,-57 0 0,19 1 0,0-2 0,0-1 0,0 0 0,-1-2 0,1-1 0,-1-2 0,0 0 0,25-12 0,-42 17 0,-1-1 0,1 1 0,-1 0 0,1 1 0,0 0 0,13-1 0,-15 2 0,1 0 0,-1-1 0,1 0 0,-1 0 0,1-1 0,-1 1 0,9-5 0,-13 5 0,0-1 0,0 1 0,0-1 0,0 0 0,0 1 0,0-1 0,-1 0 0,1 0 0,-1 0 0,1-1 0,-1 1 0,0 0 0,0-1 0,0 1 0,0 0 0,0-1 0,-1 1 0,1-1 0,-1 1 0,1-1 0,-1 0 0,0 1 0,0-5 0,0 5 0,0 0 0,0 0 0,0 0 0,0 0 0,0 0 0,-1 0 0,1 0 0,0 1 0,-1-1 0,0 0 0,1 0 0,-1 0 0,0 0 0,0 1 0,-1-3 0,1 4 0,0-1 0,1 0 0,-1 1 0,0-1 0,0 1 0,1-1 0,-1 1 0,0-1 0,0 1 0,0-1 0,0 1 0,0 0 0,0 0 0,0-1 0,0 1 0,0 0 0,0 0 0,0 0 0,0 0 0,0 0 0,-1 1 0,-1-1 0,0 1 0,0 0 0,0 1 0,0-1 0,0 0 0,1 1 0,-1 0 0,1-1 0,-1 1 0,1 0 0,-1 0 0,1 1 0,0-1 0,0 0 0,0 1 0,1-1 0,-3 4 0,0 1 0,1 0 0,0 0 0,0 0 0,1 1 0,0-1 0,0 1 0,1-1 0,-1 1 0,2 0 0,-1-1 0,1 1 0,1 0 0,-1-1 0,1 1 0,0 0 0,4 10 0,-4-14 0,1 0 0,0 0 0,-1-1 0,2 1 0,-1 0 0,0-1 0,1 1 0,-1-1 0,1 0 0,0 0 0,0 0 0,1 0 0,-1-1 0,0 1 0,1-1 0,0 0 0,-1 0 0,1 0 0,0 0 0,0-1 0,0 1 0,0-1 0,0 0 0,1-1 0,-1 1 0,0-1 0,0 1 0,0-1 0,1-1 0,-1 1 0,5-1 0,4-1 0,-1-1 0,0 0 0,0-1 0,-1 0 0,1-1 0,-1 0 0,0-1 0,0 0 0,-1-1 0,19-15 0,-16 12 0,-1-1 0,-1-1 0,0 0 0,-1 0 0,0-1 0,0 0 0,14-28 0,-12 0 120,-12 40-160,1 0 0,-1 0 0,0 0-1,0 0 1,0 0 0,1 0 0,-1 0 0,0 0 0,0 0 0,-1 0 0,1 0-1,0 0 1,0 0 0,0 0 0,-1 0 0,1 0 0,0 0 0,-1 0-1,1 0 1,-1 0 0,1 0 0,-1 1 0,0-1 0,1 0 0,-1 0-1,0 0 1,1 1 0,-1-1 0,0 0 0,0 1 0,0-1 0,0 1 0,0-1-1,1 1 1,-1-1 0,-2 1 0,-8-1-6786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36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89 24575,'-20'-53'0,"19"49"0,-7-26 0,2 28 0,-2 20 0,-9 41 0,3 1 0,3 1 0,3 0 0,2 0 0,2 74 0,4-131 0,0-1 0,0 1 0,1 0 0,-1 0 0,1 0 0,0 0 0,0 0 0,0 0 0,1-1 0,-1 1 0,1-1 0,0 1 0,0-1 0,0 1 0,0-1 0,1 0 0,-1 0 0,1 0 0,0 0 0,0-1 0,4 4 0,-4-5 0,0 0 0,1 0 0,-1 0 0,0 0 0,1-1 0,-1 1 0,1-1 0,-1 0 0,0 0 0,1 0 0,-1-1 0,1 1 0,-1-1 0,0 0 0,1 0 0,-1 0 0,0 0 0,1 0 0,-1-1 0,0 1 0,0-1 0,0 0 0,-1 0 0,6-5 0,6-5 0,0-1 0,-1 0 0,0-1 0,-1 0 0,0-1 0,-2-1 0,0 0 0,13-28 0,5-17 0,19-67 0,-39 103 0,-4 118 0,16 85 0,-17-151 0,-3-25 0,0 0 0,1 0 0,-1 0 0,0 0 0,1 0 0,0 0 0,-1 0 0,1 0 0,0 0 0,0 0 0,0 0 0,2 3 0,-2-5 0,-1 1 0,1-1 0,-1 0 0,0 0 0,1 0 0,-1 0 0,1 0 0,-1 0 0,1 0 0,-1 0 0,0 0 0,1 0 0,-1 0 0,1 0 0,-1 0 0,1 0 0,-1 0 0,0 0 0,1-1 0,-1 1 0,1 0 0,-1 0 0,0 0 0,1-1 0,-1 1 0,0 0 0,1-1 0,-1 1 0,0 0 0,1-1 0,-1 1 0,0 0 0,0-1 0,1 1 0,-1-1 0,28-53 0,-23 42 0,1-3 0,11-25 0,-16 38 0,0 1 0,-1-1 0,1 1 0,0-1 0,0 1 0,0-1 0,0 1 0,0 0 0,0-1 0,0 1 0,1 0 0,-1 0 0,0 0 0,1 0 0,-1 0 0,1 0 0,1-1 0,0 4 0,1-1 0,-1 1 0,0 0 0,0 0 0,0 1 0,0-1 0,-1 0 0,1 1 0,0 0 0,-1-1 0,0 1 0,0 0 0,3 6 0,10 9 0,-10-15 0,-1 1 0,1-1 0,0 0 0,0-1 0,1 1 0,-1-1 0,0 0 0,1 0 0,0 0 0,-1-1 0,1 0 0,0 0 0,-1-1 0,1 1 0,0-1 0,0-1 0,0 1 0,-1-1 0,1 0 0,0 0 0,0 0 0,-1-1 0,1 0 0,-1 0 0,0-1 0,9-4 0,-1 0 0,0-1 0,-1 0 0,1-1 0,-2 0 0,1-1 0,-1 0 0,-1 0 0,0-2 0,12-15 0,-29 39 0,1-1 0,0 1 0,1 0 0,1 0 0,0 1 0,0-1 0,2 1 0,-1 0 0,2 0 0,-1 26 0,2-33 0,0 1 0,0-1 0,1 1 0,0-1 0,0 0 0,1 1 0,-1-1 0,1 0 0,1 0 0,-1 0 0,1 0 0,0-1 0,1 1 0,-1-1 0,1 1 0,0-1 0,0-1 0,1 1 0,-1 0 0,1-1 0,0 0 0,0 0 0,1-1 0,-1 1 0,1-1 0,10 4 0,21 4-1365,-4-5-5461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37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53 24575,'-205'-1'0,"964"-51"-1365,-742 53-5461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38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157 235 24575,'-3'-7'0,"-1"0"0,1 0 0,-2 1 0,1-1 0,-1 1 0,0 0 0,0 1 0,0-1 0,-1 1 0,-8-6 0,13 10 0,0 0 0,1 1 0,-1-1 0,0 0 0,0 1 0,1-1 0,-1 1 0,0-1 0,0 1 0,0-1 0,0 1 0,0 0 0,0-1 0,1 1 0,-1 0 0,0 0 0,0 0 0,0 0 0,0 0 0,0 0 0,0 0 0,0 0 0,0 0 0,0 0 0,0 0 0,0 1 0,0-1 0,0 0 0,0 1 0,0-1 0,1 0 0,-1 1 0,0 0 0,0-1 0,0 1 0,1-1 0,-1 1 0,0 0 0,1-1 0,-1 1 0,0 0 0,1 0 0,-1 0 0,1-1 0,-1 1 0,1 0 0,0 0 0,-1 0 0,1 0 0,0 0 0,0 0 0,-1 0 0,1 0 0,0 1 0,-2 8 0,1 1 0,-1-1 0,1 20 0,1-24 0,3 181 0,-3 89 0,-2-257 0,0 0 0,-1 0 0,-10 32 0,6-104 0,7 22 0,-14-447 0,9 425 0,2 34 0,0 0 0,2-1 0,0 1 0,1 0 0,1-1 0,6-31 0,-6 49 0,0 0 0,0 0 0,0 0 0,1 0 0,-1 0 0,1 1 0,-1-1 0,1 0 0,0 1 0,0-1 0,-1 1 0,1 0 0,0-1 0,0 1 0,0 0 0,1 0 0,-1 0 0,0 0 0,0 1 0,0-1 0,1 1 0,-1-1 0,0 1 0,1 0 0,-1 0 0,0 0 0,1 0 0,-1 0 0,4 1 0,13 1 0,0 1 0,31 9 0,-25-6 0,157 22 108,-77-13-1581,-61-8-5353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93 24575,'-59'22'0,"48"-19"0,0 0 0,0 1 0,0 1 0,1 0 0,-13 8 0,23-13 0,-1 0 0,1 0 0,0 0 0,-1 0 0,1 0 0,0 0 0,-1 0 0,1 1 0,0-1 0,-1 0 0,1 0 0,0 0 0,0 1 0,-1-1 0,1 0 0,0 0 0,0 1 0,-1-1 0,1 0 0,0 1 0,0-1 0,0 0 0,0 1 0,-1-1 0,1 0 0,0 1 0,0-1 0,0 0 0,0 1 0,0-1 0,0 0 0,0 1 0,0-1 0,0 0 0,0 1 0,0-1 0,0 0 0,0 1 0,0-1 0,0 1 0,1-1 0,-1 0 0,0 0 0,0 1 0,0-1 0,0 0 0,1 1 0,21 6 0,35-4 0,-55-3 0,266-15 0,-152 5 0,-69 7 0,-5 1 0,1-2 0,-1-1 0,45-13 0,-85 18 0,0-1 0,0 1 0,0-1 0,0 0 0,0 0 0,0 0 0,0 0 0,0 0 0,0 0 0,0-1 0,0 1 0,-1-1 0,1 1 0,-1-1 0,3-2 0,-4 3 0,1 0 0,-1 0 0,0 0 0,1-1 0,-1 1 0,0 0 0,0 0 0,0 0 0,0 0 0,0 0 0,0 0 0,0 0 0,0-1 0,0 1 0,0 0 0,-1 0 0,1 0 0,0 0 0,-1 0 0,1 0 0,-1 0 0,0-1 0,-2-2 0,0 1 0,0-1 0,0 1 0,0 0 0,0 0 0,-1 0 0,0 1 0,0-1 0,1 1 0,-1-1 0,0 1 0,-1 1 0,-6-3 0,9 3 0,0 0 0,0 1 0,0-1 0,0 1 0,0 0 0,0-1 0,0 1 0,0 0 0,0 0 0,0 1 0,0-1 0,-1 0 0,1 1 0,0-1 0,0 1 0,0-1 0,1 1 0,-1 0 0,0 0 0,0 0 0,0 0 0,0 0 0,-1 2 0,0 0 0,1 0 0,-1 0 0,1 1 0,0-1 0,0 0 0,1 1 0,-1-1 0,1 1 0,-1-1 0,1 1 0,-1 7 0,0 0 0,1 0 0,0 0 0,1 0 0,0 0 0,1 0 0,0 0 0,5 21 0,-4-25 0,0-2 0,1 1 0,0 0 0,0 0 0,0-1 0,0 0 0,1 1 0,0-1 0,0-1 0,0 1 0,1-1 0,-1 1 0,1-1 0,0 0 0,1-1 0,-1 1 0,0-1 0,1 0 0,0-1 0,0 1 0,0-1 0,0 0 0,0-1 0,0 1 0,12 0 0,-9-2 0,0 0 0,0 0 0,0 0 0,-1-1 0,1-1 0,0 0 0,0 0 0,0 0 0,-1-1 0,0-1 0,1 1 0,-1-1 0,0-1 0,-1 1 0,1-1 0,-1-1 0,13-11 0,-16 12 0,0 1 0,-1-1 0,0 0 0,0 0 0,0 0 0,0-1 0,2-6 0,-4 10 0,-1 0 0,1 0 0,0 0 0,-1-1 0,1 1 0,-1 0 0,0 0 0,1 0 0,-1 0 0,0 0 0,0 0 0,-1-1 0,1 1 0,0 0 0,-1 0 0,1 0 0,-1 0 0,0 0 0,1 0 0,-1 0 0,0 0 0,-2-2 0,3 4 0,0-1 0,-1 1 0,1 0 0,0 0 0,0 0 0,-1 0 0,1 0 0,0 0 0,0 0 0,-1 0 0,1 0 0,0 0 0,-1 0 0,1 0 0,0 0 0,0 0 0,-1 0 0,1 0 0,0 0 0,-1 0 0,1 0 0,0 0 0,0 0 0,-1 0 0,1 1 0,0-1 0,0 0 0,0 0 0,-1 0 0,1 0 0,0 1 0,0-1 0,0 0 0,-1 0 0,1 1 0,0-1 0,0 0 0,0 0 0,0 1 0,0-1 0,0 0 0,-1 0 0,1 1 0,0-1 0,0 0 0,0 0 0,0 1 0,0-1 0,0 1 0,-6 17 0,6-16 0,-12 61 0,2 0 0,3 0 0,2 77 0,-2 20 0,2-62 0,5-58 0,-3 0 0,-1 0 0,-10 44 0,14-82 0,0 0 0,-1 0 0,1 0 0,-1 0 0,1 0 0,-1-1 0,0 1 0,0 0 0,0 0 0,0 0 0,0-1 0,0 1 0,-1 0 0,1-1 0,0 1 0,-1-1 0,1 0 0,-1 1 0,1-1 0,-5 2 0,5-3 0,-1 0 0,1 0 0,-1 0 0,1 0 0,-1 0 0,1 0 0,-1 0 0,0-1 0,1 1 0,-1-1 0,1 1 0,-1-1 0,1 0 0,0 1 0,-1-1 0,1 0 0,0 0 0,-1 0 0,1 0 0,-1-1 0,-6-6 0,1 1 0,1-1 0,-1-1 0,1 1 0,1-1 0,-8-15 0,7 11 0,1 0 0,0-1 0,1 1 0,1-1 0,0 0 0,1 0 0,0-1 0,1 1 0,1 0 0,0 0 0,1-1 0,1 1 0,0 0 0,1 0 0,8-25 0,1 8 0,2 2 0,1-1 0,1 2 0,2 0 0,37-46 0,-29 43 0,1 1 0,1 2 0,1 0 0,2 2 0,60-40 0,-79 57 0,24-15 0,-35 23 0,0 1 0,-1-1 0,1 1 0,0 0 0,0-1 0,0 1 0,-1-1 0,1 1 0,0 0 0,0 0 0,0-1 0,0 1 0,0 0 0,-1 0 0,1 0 0,0 0 0,0 0 0,0 0 0,0 0 0,0 0 0,0 1 0,-1-1 0,1 0 0,0 0 0,0 1 0,0-1 0,-1 0 0,1 1 0,0-1 0,0 1 0,-1-1 0,1 1 0,0 0 0,0 0 0,-1 0 0,1 1 0,-1-1 0,1 1 0,0-1 0,-1 0 0,1 0 0,0 1 0,0-1 0,0 0 0,-1 0 0,1 0 0,0 0 0,1 0 0,-1 0 0,0 0 0,0 0 0,0 0 0,1-1 0,-1 1 0,0 0 0,0-1 0,1 1 0,-1-1 0,1 0 0,-1 1 0,0-1 0,1 0 0,-1 0 0,1 0 0,-1 0 0,1 0 0,-1 0 0,1 0 0,-1 0 0,0-1 0,1 1 0,-1-1 0,1 1 0,-1-1 0,0 1 0,1-1 0,-1 0 0,0 1 0,0-1 0,0 0 0,0 0 0,1 0 0,-1 0 0,0 0 0,-1 0 0,1 0 0,0-1 0,0 1 0,0 0 0,0-3 0,5-4 0,-2 0 0,1 0 0,-1 0 0,0-1 0,-1 0 0,0 0 0,3-15 0,-4 15 0,-2 0 0,1 0 0,-1 0 0,0 0 0,-2-11 0,2 19 0,0 0 0,0 0 0,0 0 0,-1-1 0,1 1 0,0 0 0,-1 0 0,1 0 0,0 0 0,-1 0 0,1-1 0,-1 1 0,0 0 0,1 0 0,-1 0 0,0 1 0,0-1 0,0 0 0,1 0 0,-1 0 0,0 0 0,0 1 0,0-1 0,0 0 0,0 1 0,0-1 0,-1 1 0,1-1 0,0 1 0,0 0 0,0-1 0,0 1 0,-1 0 0,1 0 0,0 0 0,0 0 0,0 0 0,-1 0 0,1 0 0,0 0 0,0 1 0,0-1 0,-1 0 0,1 1 0,0-1 0,0 1 0,0-1 0,0 1 0,-1 0 0,-4 3 0,1-1 0,-1 1 0,1 0 0,0 0 0,0 1 0,1 0 0,-1 0 0,1 0 0,0 0 0,0 0 0,1 1 0,0 0 0,0 0 0,0 0 0,1 0 0,-1 0 0,1 0 0,1 1 0,-1-1 0,1 8 0,0-9 0,0-1 0,1 0 0,-1 0 0,1 1 0,1-1 0,-1 0 0,0 1 0,1-1 0,0 0 0,0 0 0,0 0 0,1 0 0,-1 0 0,1 0 0,0 0 0,0 0 0,0 0 0,1-1 0,0 1 0,-1-1 0,1 0 0,0 0 0,0 0 0,1 0 0,-1 0 0,0-1 0,1 0 0,0 1 0,0-1 0,-1-1 0,6 3 0,-1-2 0,-1-1 0,0 0 0,0 0 0,0 0 0,1-1 0,-1 0 0,0-1 0,0 1 0,1-1 0,-1-1 0,0 0 0,0 0 0,0 0 0,0 0 0,-1-1 0,1 0 0,-1-1 0,0 0 0,0 0 0,0 0 0,0-1 0,0 1 0,9-12 0,-8 9 0,-1-1 0,0 1 0,0-1 0,0-1 0,-1 1 0,0-1 0,-1 0 0,0 0 0,0 0 0,-1-1 0,0 1 0,-1-1 0,0 0 0,-1 0 0,1 0 0,-2 0 0,0-10 0,0 18 0,0 0 0,0 0 0,0 0 0,0 0 0,-1 1 0,1-1 0,-1 0 0,1 0 0,-1 1 0,0-1 0,1 0 0,-1 1 0,0-1 0,0 0 0,0 1 0,0-1 0,-1 1 0,1 0 0,0-1 0,-1 1 0,1 0 0,0 0 0,-1 0 0,0 0 0,1 0 0,-3-1 0,3 2 0,1 0 0,0 0 0,-1 0 0,1 1 0,0-1 0,-1 0 0,1 0 0,-1 0 0,1 1 0,0-1 0,0 0 0,-1 0 0,1 1 0,0-1 0,-1 0 0,1 1 0,0-1 0,0 0 0,0 1 0,-1-1 0,1 0 0,0 1 0,0-1 0,0 0 0,0 1 0,0-1 0,-1 1 0,1-1 0,0 0 0,0 1 0,0-1 0,0 1 0,0-1 0,0 0 0,1 1 0,-1-1 0,0 0 0,0 1 0,0-1 0,0 1 0,0-1 0,0 0 0,1 1 0,-1-1 0,0 0 0,0 1 0,1-1 0,-1 1 0,10 19 0,1-7 0,0-1 0,1 0 0,0-1 0,26 19 0,-23-19 0,-1 0 0,0 1 0,0 1 0,14 18 0,-25-27 0,0 0 0,-1 0 0,1 1 0,-1-1 0,0 1 0,0-1 0,0 1 0,-1 0 0,0-1 0,0 1 0,0 0 0,0 0 0,-1 0 0,1 0 0,-1 0 0,-1 0 0,1 0 0,-1 0 0,0 0 0,-1 5 0,-7 13 0,6-17 0,1 0 0,0 0 0,0 0 0,0 0 0,1 0 0,-2 9 0,4-14 0,-1 1 0,0-1 0,0 0 0,0 1 0,1-1 0,-1 0 0,0 0 0,1 0 0,-1 1 0,1-1 0,0 0 0,-1 0 0,1 0 0,0 0 0,0 0 0,0 0 0,0 0 0,-1 0 0,1-1 0,0 1 0,1 0 0,-1 0 0,0-1 0,0 1 0,0-1 0,0 1 0,0-1 0,1 1 0,-1-1 0,0 0 0,0 1 0,1-1 0,-1 0 0,0 0 0,0 0 0,1 0 0,1 0 0,6-1-227,1 1-1,0-1 1,-1 0-1,1-1 1,12-4-1,16-6-6598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1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83 24575,'-6'-4'0,"0"-1"0,0 1 0,0 0 0,-1 0 0,0 1 0,0 0 0,0 0 0,0 1 0,0-1 0,0 2 0,-1-1 0,-10 0 0,16 2 0,1 1 0,-1-1 0,1 1 0,0 0 0,-1-1 0,1 1 0,0 0 0,0 0 0,-1 0 0,1 0 0,0 0 0,0 0 0,0 1 0,0-1 0,0 0 0,1 0 0,-1 1 0,0-1 0,1 0 0,-1 1 0,0-1 0,1 3 0,-10 39 0,8-30 0,-21 182 0,-2 12 0,18-182 0,7-25 0,0 0 0,0 0 0,0 0 0,0 0 0,-1 0 0,1 1 0,0-1 0,0 0 0,0 0 0,0 0 0,0 0 0,0 0 0,0 0 0,0 1 0,0-1 0,0 0 0,0 0 0,0 0 0,0 0 0,-1 0 0,1 0 0,0 0 0,0 0 0,0 0 0,0 0 0,0 1 0,0-1 0,-1 0 0,1 0 0,0 0 0,0 0 0,0 0 0,0 0 0,0 0 0,0 0 0,-1 0 0,1 0 0,0 0 0,0 0 0,0 0 0,0 0 0,0 0 0,0 0 0,-1 0 0,1 0 0,0-1 0,0 1 0,0 0 0,0 0 0,0 0 0,0 0 0,-1 0 0,1 0 0,0 0 0,0 0 0,0 0 0,0 0 0,0-1 0,0 1 0,0 0 0,0 0 0,0 0 0,-1-4 0,0 0 0,0-1 0,0 1 0,1 0 0,0 0 0,0 0 0,0 0 0,1-6 0,31-184 0,3-36 0,-43 194 0,7 33 0,0 0 0,0 0 0,0 0 0,1 0 0,-1 1 0,1-1 0,-1 0 0,1 0 0,0 0 0,0 0 0,1-5 0,0 7 0,0 0 0,0 0 0,-1 1 0,1-1 0,1 0 0,-1 0 0,0 1 0,0-1 0,0 1 0,0-1 0,0 1 0,0 0 0,1-1 0,-1 1 0,0 0 0,0 0 0,1-1 0,-1 1 0,0 0 0,0 0 0,1 1 0,-1-1 0,3 1 0,36 7 0,-30-6 0,11 2 0,67 19 0,-82-22 0,-1 1 0,0 0 0,0 1 0,0-1 0,0 1 0,0 0 0,-1 0 0,1 1 0,-1-1 0,0 1 0,0 0 0,0 0 0,4 6 0,-7-7 0,0-1 0,0 1 0,0-1 0,-1 1 0,1 0 0,-1-1 0,1 1 0,-1 0 0,0 0 0,0 0 0,0-1 0,0 1 0,-1 0 0,1 0 0,-1-1 0,0 1 0,1 0 0,-1-1 0,0 1 0,-1-1 0,1 1 0,0-1 0,-1 1 0,1-1 0,-1 0 0,0 0 0,0 0 0,0 0 0,0 0 0,-2 2 0,-9 7 0,-1 1 0,0-2 0,-22 13 0,32-20 0,-33 16 0,29-17 0,1 1 0,0 1 0,0-1 0,0 1 0,0 1 0,1-1 0,-1 1 0,1 0 0,-8 9 0,13-13 0,1 0 0,0 0 0,0 0 0,0-1 0,-1 1 0,1 0 0,0 0 0,0 0 0,0 0 0,0 0 0,0 0 0,0-1 0,1 1 0,-1 0 0,0 0 0,0 0 0,1 0 0,-1-1 0,0 1 0,1 0 0,-1 0 0,1 0 0,-1-1 0,1 1 0,-1 0 0,1-1 0,0 1 0,-1-1 0,1 1 0,0 0 0,-1-1 0,1 1 0,0-1 0,0 0 0,-1 1 0,1-1 0,0 0 0,0 1 0,0-1 0,0 0 0,1 0 0,42 12 0,-40-11 0,35 6 0,48 11 0,-80-17 0,0 1 0,-1 1 0,1-1 0,-1 1 0,0 0 0,0 1 0,0 0 0,0-1 0,8 10 0,-13-13 0,0 1 0,0 0 0,-1-1 0,1 1 0,0 0 0,-1 0 0,1 0 0,-1 0 0,1 0 0,-1 0 0,1-1 0,-1 1 0,0 0 0,1 0 0,-1 0 0,0 0 0,0 0 0,0 1 0,0-1 0,0 0 0,0 0 0,0 0 0,0 0 0,0 0 0,-1 2 0,0-2 0,0 1 0,0 0 0,-1 0 0,1-1 0,0 1 0,-1-1 0,1 1 0,-1-1 0,0 1 0,1-1 0,-1 0 0,-2 1 0,-7 4 0,-1-1 0,0 0 0,-16 4 0,23-7 0,-34 10 0,-1-2 0,0-1 0,0-3 0,-1-1 0,0-2 0,-47-2 0,64-5-1365,10-2-5461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1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 24575,'-73'54'0,"62"-45"0,0 1 0,1 0 0,0 1 0,1 0 0,0 1 0,0 0 0,-12 24 0,19-33 0,1 0 0,-1 1 0,1-1 0,-1 1 0,1-1 0,0 1 0,0-1 0,1 1 0,-1 0 0,1 0 0,0-1 0,0 1 0,0 0 0,0-1 0,1 1 0,-1 0 0,1-1 0,0 1 0,0 0 0,0-1 0,1 1 0,-1-1 0,1 0 0,0 1 0,0-1 0,0 0 0,0 0 0,1 0 0,-1-1 0,1 1 0,0 0 0,0-1 0,-1 0 0,2 0 0,5 4 0,-3-3 0,0-1 0,0 1 0,0-1 0,1-1 0,-1 1 0,1-1 0,-1 0 0,1 0 0,-1-1 0,1 0 0,-1 0 0,1-1 0,-1 0 0,1 0 0,11-3 0,-15 3 0,1 0 0,-1 0 0,0 0 0,0-1 0,1 1 0,-1-1 0,0 0 0,-1 0 0,1 0 0,0 0 0,0 0 0,-1-1 0,0 1 0,1-1 0,-1 0 0,0 1 0,0-1 0,0 0 0,-1 0 0,1 0 0,-1 0 0,1-1 0,-1 1 0,0 0 0,-1-1 0,1 1 0,0-1 0,-1 1 0,0 0 0,0-1 0,0-5 0,-2 4 0,1 0 0,-1 0 0,0 0 0,0 0 0,0 0 0,-1 0 0,0 1 0,0-1 0,0 1 0,-1 0 0,1 0 0,-1 0 0,0 0 0,0 1 0,0-1 0,-1 1 0,1 0 0,-1 0 0,1 1 0,-8-3 0,-12-6 0,0 1 0,-44-12 0,66 22-88,-24-9 307,26 9-276,-1 0-1,0 0 1,0 0-1,1 0 1,-1-1-1,0 1 1,0 0-1,1-1 0,-1 1 1,0 0-1,1-1 1,-1 1-1,1-1 1,-1 1-1,0-1 1,1 1-1,-1-1 0,1 1 1,-1-1-1,1 0 1,0 1-1,-1-1 1,1 0-1,0 1 1,-1-2-1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1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80 24575,'2'0'0,"0"-1"0,1 0 0,-1 0 0,0 0 0,0 0 0,0 0 0,0 0 0,0-1 0,0 1 0,-1 0 0,1-1 0,0 0 0,-1 1 0,1-1 0,-1 0 0,0 0 0,1 0 0,-1 0 0,2-4 0,-2 5 0,0-1 0,0 1 0,-1-1 0,1 0 0,0 1 0,0-1 0,-1 0 0,1 1 0,-1-1 0,1 0 0,-1 0 0,0 0 0,0 1 0,0-1 0,0 0 0,0 0 0,0 0 0,-1 0 0,1 1 0,0-1 0,-1 0 0,1 0 0,-1 1 0,-1-3 0,2 3 0,-1 1 0,1 0 0,0 0 0,0 0 0,-1 0 0,1-1 0,0 1 0,0 0 0,-1 0 0,1 0 0,0 0 0,-1 0 0,1 0 0,0 0 0,-1 0 0,1 0 0,0 0 0,-1 0 0,1 0 0,0 0 0,0 0 0,-1 0 0,1 0 0,0 0 0,-1 0 0,1 0 0,0 0 0,-1 1 0,1-1 0,0 0 0,0 0 0,-1 0 0,1 1 0,0-1 0,0 0 0,0 0 0,-1 1 0,-10 15 0,-4 18 0,3 5 0,1 1 0,2 1 0,2-1 0,1 1 0,3 1 0,1-1 0,7 82 0,-2-98 0,0-1 0,2 0 0,0 0 0,2 0 0,14 35 0,-20-57-49,0-1 1,1 1-1,-1 0 0,0-1 0,0 1 1,1-1-1,-1 1 0,1-1 0,-1 0 1,1 1-1,-1-1 0,1 0 0,0 0 1,0 0-1,0 0 0,-1-1 0,1 1 1,0 0-1,0-1 0,0 0 0,0 1 1,0-1-1,0 0 0,0 0 0,0 0 0,0 0 1,2 0-1,15-4-6777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1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47 24575,'-5'0'0,"-9"0"0,-11 0 0,-11 0 0,-3 0 0,1 0 0,2 0 0,12 0 0,15 0 0,12-5 0,10 0 0,13-1 0,9 2 0,3-4 0,5 0 0,2 2 0,-5 1-8191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3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88 24575,'-5'-6'0,"1"0"0,-1 0 0,1 0 0,1 0 0,-1 0 0,1-1 0,-4-13 0,-3-5 0,7 30 0,0 15 0,1 25 0,-11 233 0,2-98 0,11-171 0,0 0 0,0 1 0,1-1 0,0 0 0,0 0 0,6 18 0,-7-25 0,1 1 0,0-1 0,1 0 0,-1 0 0,0 0 0,1 0 0,-1 0 0,1 0 0,-1 0 0,1 0 0,0 0 0,0-1 0,0 1 0,0-1 0,0 1 0,0-1 0,0 0 0,0 0 0,1 0 0,-1 0 0,0 0 0,1-1 0,-1 1 0,1-1 0,-1 1 0,1-1 0,-1 0 0,1 0 0,-1 0 0,5-1 0,6-1 0,0-1 0,0-1 0,-1 0 0,1-1 0,-1 0 0,0 0 0,0-2 0,0 1 0,-1-2 0,0 1 0,-1-2 0,1 1 0,-2-1 0,1-1 0,-1 0 0,-1 0 0,0-1 0,0 0 0,9-18 0,-16 25 0,1 0 0,-1 0 0,-1-1 0,1 1 0,-1 0 0,1-1 0,-1 1 0,-1-7 0,1 10 0,0-1 0,0 1 0,0-1 0,-1 1 0,1-1 0,0 1 0,-1 0 0,1-1 0,-1 1 0,1 0 0,-1-1 0,0 1 0,1 0 0,-1 0 0,0 0 0,0-1 0,0 1 0,0 0 0,0 0 0,0 0 0,0 0 0,0 1 0,0-1 0,-1 0 0,1 0 0,0 1 0,-1-1 0,-1 0 0,2 1 0,0 0 0,0 0 0,0 0 0,0 1 0,0-1 0,1 0 0,-1 0 0,0 1 0,0-1 0,0 0 0,1 1 0,-1-1 0,0 1 0,1-1 0,-1 1 0,0 0 0,1-1 0,-1 1 0,1 0 0,-1-1 0,1 1 0,-1 0 0,1 0 0,-1-1 0,1 1 0,0 0 0,-1 0 0,1 0 0,0-1 0,0 1 0,0 0 0,-1 0 0,1 0 0,0 1 0,0 32 0,2-27 0,0-1 0,1 0 0,-1 0 0,1 0 0,0-1 0,1 1 0,-1-1 0,1 0 0,0 0 0,1 0 0,-1 0 0,1-1 0,7 6 0,-4-4 0,0 0 0,1 0 0,-1-1 0,1-1 0,0 1 0,1-1 0,18 5 0,-27-9 0,1 1 0,0-1 0,0 0 0,0 0 0,0 0 0,0 0 0,0 0 0,0 0 0,0 0 0,0-1 0,0 1 0,0-1 0,-1 1 0,1-1 0,0 0 0,0 0 0,-1 0 0,1 0 0,0 0 0,-1 0 0,4-3 0,-5 3 0,1 0 0,0 0 0,-1 0 0,1 0 0,-1 0 0,1 0 0,-1 0 0,1 0 0,-1-1 0,0 1 0,0 0 0,1 0 0,-1-1 0,0 1 0,0 0 0,0 0 0,0-1 0,-1 1 0,1 0 0,0 0 0,0 0 0,-1-1 0,1 1 0,-1 0 0,1 0 0,-1 0 0,1 0 0,-1 0 0,0 0 0,0 0 0,1 0 0,-1 0 0,0 0 0,0 0 0,-1 0 0,-9-10 0,0 2 0,-1 0 0,0 0 0,0 1 0,-1 1 0,0 0 0,-22-8 0,-5 0 0,-56-11 0,65 13 0,30 6 0,19 2 0,45-3-1365,-28 2-5461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3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24575,'-4'0'0,"-6"0"0,3 0 0,12 0 0,9 0 0,10 0 0,11 0 0,-2 0-8191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5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111 103 24575,'-15'-8'0,"10"5"0,0 1 0,0-1 0,0 1 0,0 0 0,0 0 0,-1 0 0,-9-2 0,13 5 0,1-1 0,-1 0 0,1 0 0,-1 1 0,1-1 0,-1 1 0,1 0 0,-1-1 0,1 1 0,0 0 0,-1 0 0,1-1 0,0 1 0,0 0 0,-1 1 0,1-1 0,0 0 0,0 0 0,0 0 0,0 1 0,1-1 0,-1 0 0,0 1 0,0-1 0,1 1 0,-1-1 0,1 1 0,0-1 0,-1 1 0,1-1 0,0 1 0,0-1 0,0 3 0,-6 40 0,2 0 0,3 1 0,5 67 0,0-13 0,-6-41 0,0-39 0,2 1 0,0-1 0,0 1 0,2-1 0,6 30 0,-8-48 0,1 0 0,-1 0 0,0 0 0,1 1 0,-1-1 0,1 0 0,-1 0 0,1 0 0,0 0 0,-1 0 0,1 0 0,0 0 0,0 0 0,0 0 0,-1-1 0,1 1 0,0 0 0,0 0 0,0-1 0,0 1 0,1-1 0,-1 1 0,0-1 0,0 1 0,0-1 0,0 0 0,2 1 0,-1-1 0,1-1 0,-1 1 0,1 0 0,-1-1 0,1 0 0,-1 1 0,1-1 0,-1 0 0,1 0 0,-1-1 0,0 1 0,3-2 0,7-6 0,0-1 0,-1 0 0,14-15 0,-24 23 0,16-17 0,-1-2 0,0 1 0,-2-2 0,15-29 0,-23 39 0,0-1 0,0 0 0,-2 0 0,1 0 0,-2 0 0,0-1 0,0 0 0,-1 1 0,0-22 0,-3 32 0,0 0 0,0 0 0,0 0 0,0 0 0,0 1 0,0-1 0,-1 0 0,1 1 0,-1-1 0,0 1 0,0 0 0,0-1 0,0 1 0,0 0 0,0 0 0,-6-3 0,7 4 0,0 0 0,0 1 0,0-1 0,0 0 0,0 0 0,-1 1 0,1-1 0,0 0 0,-1 1 0,1-1 0,0 1 0,-1 0 0,1-1 0,-1 1 0,1 0 0,-1 0 0,1 0 0,-1 0 0,1 0 0,0 0 0,-1 1 0,1-1 0,-1 0 0,1 1 0,0-1 0,-1 1 0,1-1 0,0 1 0,-1 0 0,1 0 0,0-1 0,0 1 0,0 0 0,0 0 0,-2 2 0,3-2 0,0 0 0,0 0 0,0 0 0,-1 0 0,1 0 0,0 0 0,1 0 0,-1 0 0,0 0 0,0 0 0,0 0 0,1 0 0,-1 0 0,0-1 0,1 1 0,-1 0 0,1 0 0,-1 0 0,1 0 0,-1 0 0,1-1 0,0 1 0,-1 0 0,1-1 0,0 1 0,0 0 0,-1-1 0,1 1 0,0-1 0,0 1 0,1 0 0,34 21 0,-31-19 0,67 33 0,-45-24 0,45 29 0,-64-36 0,0 1 0,-1 0 0,0 0 0,0 1 0,-1 0 0,0 0 0,0 0 0,0 1 0,8 15 0,-14-21 0,1 0 0,0 0 0,0-1 0,1 1 0,-1 0 0,0 0 0,1 0 0,-1-1 0,1 1 0,-1-1 0,1 1 0,0-1 0,0 0 0,0 0 0,-1 0 0,1 1 0,0-2 0,1 1 0,-1 0 0,0 0 0,0-1 0,0 1 0,0-1 0,0 0 0,1 1 0,-1-1 0,0 0 0,0-1 0,0 1 0,1 0 0,-1 0 0,0-1 0,0 1 0,2-2 0,9-3 0,-1 0 0,0-1 0,0-1 0,19-13 0,0-1 0,5-1 0,38-32 0,-53 37 0,1 0 0,0 2 0,1 1 0,0 0 0,47-18 0,-66 31 0,1 0 0,-1 0 0,1 1 0,0-1 0,-1 1 0,1 0 0,0 1 0,-1-1 0,1 1 0,-1 0 0,1 0 0,-1 0 0,1 1 0,-1-1 0,0 1 0,0 0 0,0 0 0,0 1 0,0-1 0,0 1 0,-1 0 0,1 0 0,-1 0 0,1 0 0,-1 1 0,4 5 0,0 1 0,0-1 0,-1 1 0,0 1 0,-1-1 0,0 1 0,0 0 0,-1 0 0,-1 0 0,4 17 0,-53-92 0,38 51 0,0-1 0,-1 2 0,-1-1 0,0 2 0,-1-1 0,-18-14 0,25 23 0,1 0 0,-1 1 0,1 0 0,-1 0 0,0 0 0,0 0 0,0 0 0,0 1 0,0 0 0,0 0 0,0 0 0,0 0 0,0 1 0,-1-1 0,1 1 0,0 0 0,-1 0 0,1 1 0,0-1 0,0 1 0,0 0 0,0 0 0,0 1 0,0-1 0,0 1 0,0 0 0,0 0 0,-5 3 0,-7 8 0,0 1 0,1 1 0,0 0 0,1 1 0,1 0 0,1 1 0,0 0 0,1 1 0,1 0 0,1 1 0,0 0 0,-9 32 0,17-47 0,0-1 0,0 1 0,0 0 0,0-1 0,1 1 0,0 0 0,0 0 0,0 0 0,0 0 0,0-1 0,1 1 0,-1 0 0,1 0 0,0-1 0,0 1 0,1 0 0,-1-1 0,1 1 0,0-1 0,2 4 0,-1-5 0,-1 0 0,0 0 0,0-1 0,0 1 0,1-1 0,-1 1 0,1-1 0,0 0 0,-1 0 0,1 0 0,0 0 0,-1-1 0,1 1 0,0-1 0,0 0 0,-1 1 0,1-1 0,0 0 0,0-1 0,0 1 0,-1-1 0,1 1 0,0-1 0,0 0 0,-1 0 0,1 0 0,-1 0 0,4-2 0,18-10 0,0-2 0,-1 0 0,-1-1 0,0-2 0,32-33 0,-19 18 0,-12 10 0,24-21 0,-44 41 0,0 1 0,1 0 0,-1 0 0,0 0 0,1 0 0,-1 0 0,1 1 0,0 0 0,0-1 0,-1 2 0,1-1 0,7-1 0,-9 3 0,0-1 0,-1 0 0,1 1 0,0-1 0,0 1 0,-1-1 0,1 1 0,0 0 0,-1 0 0,1 0 0,-1 0 0,1 0 0,-1 0 0,0 0 0,1 0 0,-1 1 0,0-1 0,0 0 0,0 1 0,0-1 0,0 1 0,0-1 0,1 4 0,16 46 0,-8-22 0,-10-28 0,0 1 0,0-1 0,1 0 0,-1 1 0,1-1 0,0 0 0,-1 0 0,1 0 0,0 0 0,-1 0 0,1 0 0,0 0 0,0 0 0,0 0 0,0 0 0,0 0 0,0 0 0,0 0 0,0-1 0,1 1 0,-1-1 0,0 1 0,0-1 0,1 1 0,-1-1 0,0 1 0,1-1 0,-1 0 0,0 0 0,0 0 0,1 0 0,-1 0 0,0 0 0,1 0 0,-1 0 0,0-1 0,1 1 0,-1 0 0,0-1 0,1 1 0,-1-1 0,0 1 0,0-1 0,0 0 0,0 1 0,0-1 0,0 0 0,0 0 0,0 0 0,0 0 0,0 0 0,1-2 0,7-7 0,0 0 0,-1-1 0,0 0 0,6-13 0,-9 16 0,17-34 0,13-22 0,-33 59 0,1 1 0,0 0 0,0 0 0,1 0 0,-1 1 0,1-1 0,0 1 0,-1 0 0,2 0 0,6-5 0,-8 8 0,-1-1 0,0 1 0,0-1 0,0 1 0,1 0 0,-1 0 0,0 0 0,0 0 0,1 0 0,-1 1 0,0-1 0,0 0 0,0 1 0,1 0 0,-1 0 0,0-1 0,0 1 0,0 0 0,0 1 0,0-1 0,-1 0 0,3 2 0,16 8 0,-30-28 0,-18-8 0,25 24 0,-1-1 0,1 1 0,-1 0 0,1 0 0,-1 0 0,1 0 0,-1 1 0,0 0 0,1-1 0,-1 1 0,0 1 0,1-1 0,-1 0 0,0 1 0,1 0 0,-1 0 0,1 0 0,-1 0 0,-3 2 0,1 1 0,1-1 0,-1 1 0,1 0 0,0 0 0,0 1 0,0-1 0,1 1 0,-1 0 0,1 1 0,-4 6 0,3-4 0,0 1 0,0 0 0,1 0 0,0 0 0,1 0 0,0 0 0,0 1 0,1 0 0,0-1 0,1 1 0,0 0 0,0 0 0,1 0 0,2 15 0,-1-22 0,0 0 0,-1-1 0,1 1 0,1 0 0,-1 0 0,0 0 0,1-1 0,-1 1 0,1-1 0,0 1 0,0-1 0,0 0 0,0 1 0,0-1 0,0 0 0,1 0 0,-1-1 0,1 1 0,-1 0 0,6 1 0,-2-1 0,-1 0 0,1-1 0,-1 0 0,1 0 0,0-1 0,-1 0 0,1 0 0,0 0 0,-1-1 0,10-1 0,1-2 0,0 0 0,0-1 0,-1-1 0,1-1 0,-1 0 0,25-17 0,-23 11 0,-2 0 0,0-1 0,0 0 0,-2-1 0,0-1 0,0 0 0,-1-1 0,-2 0 0,18-37 0,-16 27 0,-2-1 0,0 0 0,-2-1 0,-1 0 0,-2 0 0,3-37 0,-8 65 0,1 0 0,-1 0 0,0 0 0,1 0 0,-1 0 0,0 0 0,0 0 0,0 0 0,0 0 0,0 0 0,0 0 0,0 0 0,0 0 0,-1 0 0,1 0 0,0 0 0,-1 0 0,1 0 0,0 0 0,-1 0 0,1 0 0,-1 0 0,0 0 0,1 0 0,-1 0 0,0 0 0,0 0 0,0 2 0,-1 0 0,1 0 0,0 0 0,0 0 0,0 0 0,0 1 0,0-1 0,0 0 0,0 1 0,1-1 0,-1 1 0,0-1 0,1 1 0,-1-1 0,1 1 0,0-1 0,-1 4 0,-60 342 0,60-336 0,0-10 0,0 1 0,1-1 0,0 1 0,-1 0 0,1-1 0,0 1 0,0-1 0,0 1 0,0-1 0,0 1 0,0 0 0,0-1 0,1 1 0,-1-1 0,0 1 0,1-1 0,0 1 0,-1-1 0,1 0 0,0 1 0,-1-1 0,1 0 0,0 1 0,1 0 0,0-2 0,-1 0 0,1 1 0,-1-1 0,0-1 0,1 1 0,-1 0 0,1 0 0,-1 0 0,1-1 0,-1 1 0,0-1 0,1 1 0,-1-1 0,0 0 0,0 1 0,1-1 0,-1 0 0,0 0 0,0 0 0,1-1 0,13-11 0,-1 0 0,18-23 0,-31 36 0,20-23 0,27-35 0,-44 54 0,-1-1 0,0 0 0,0 0 0,0 0 0,-1-1 0,0 1 0,0-1 0,0 1 0,1-11 0,-3 14 0,1 1 0,-1-1 0,0 0 0,-1 0 0,1 0 0,0 0 0,0 1 0,-1-1 0,1 0 0,-1 0 0,0 1 0,1-1 0,-1 1 0,0-1 0,0 0 0,0 1 0,0-1 0,0 1 0,-1 0 0,1-1 0,0 1 0,-2-2 0,-1 1 0,0 0 0,0-1 0,0 1 0,-1 1 0,1-1 0,0 0 0,-1 1 0,-7-1 0,-4 0 0,0 0 0,0 2 0,0 0 0,-18 3 0,30-3 0,1 0 0,-1 1 0,1-1 0,-1 1 0,1 0 0,-1 0 0,1 0 0,0 0 0,0 1 0,-1-1 0,1 1 0,0 0 0,1 0 0,-1 0 0,0 1 0,0-1 0,1 0 0,0 1 0,-1 0 0,1 0 0,0-1 0,-2 6 0,2-4 0,1 0 0,0 1 0,0-1 0,1 0 0,-1 0 0,1 1 0,0-1 0,0 1 0,0-1 0,1 0 0,0 1 0,-1-1 0,1 0 0,1 0 0,-1 0 0,1 0 0,4 8 0,12 18-34,1-1-1,1-1 0,2-1 1,1-1-1,1 0 0,48 38 1,-17-15-1089,-38-33-5703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5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24 24575,'-8'0'0,"-8"0"0,-1-5 0,7 0 0,9-1 0,14 2 0,13 1 0,15 5 0,14 3 0,14 0 0,-4-1-8191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6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49 24575,'-26'-4'0,"25"4"0,0-1 0,-1 1 0,1-1 0,0 1 0,-1-1 0,1 1 0,0 0 0,-1-1 0,1 1 0,0 0 0,-1 0 0,1 0 0,-1 0 0,1 0 0,0 1 0,-1-1 0,1 0 0,0 1 0,-1-1 0,1 0 0,0 1 0,-1 0 0,1-1 0,0 1 0,0 0 0,0 0 0,0-1 0,-1 1 0,1 0 0,0 0 0,1 0 0,-1 1 0,0-1 0,0 0 0,0 0 0,1 0 0,-1 0 0,0 1 0,1-1 0,-1 0 0,1 1 0,0-1 0,-1 0 0,1 1 0,0-1 0,0 1 0,0 1 0,-5 34 0,2-1 0,1 1 0,6 69 0,-1-15 0,-3-88 0,0 1 0,0-1 0,0 1 0,1-1 0,-1 0 0,1 1 0,0-1 0,0 0 0,0 1 0,0-1 0,0 0 0,1 0 0,-1 0 0,1 0 0,0 0 0,0-1 0,0 1 0,0 0 0,3 2 0,-3-4 0,0-1 0,0 1 0,1 0 0,-1-1 0,0 1 0,0-1 0,0 1 0,0-1 0,1 0 0,-1 0 0,0 0 0,0-1 0,1 1 0,-1 0 0,0-1 0,0 1 0,0-1 0,0 0 0,0 0 0,0 0 0,0 0 0,0 0 0,0 0 0,0 0 0,0-1 0,-1 1 0,1-1 0,0 1 0,-1-1 0,2-2 0,10-9 0,0 0 0,-1-2 0,-1 1 0,0-1 0,-1-1 0,9-18 0,41-108 0,3-4 0,-62 145 0,-1-1 0,1 1 0,0-1 0,-1 1 0,1 0 0,0-1 0,0 1 0,0 0 0,0 0 0,0 0 0,0 0 0,1 0 0,-1 0 0,0 0 0,0 0 0,3-1 0,-3 2 0,-1 0 0,1 0 0,-1 1 0,1-1 0,-1 0 0,1 0 0,-1 1 0,1-1 0,-1 1 0,0-1 0,1 0 0,-1 1 0,1-1 0,-1 1 0,0-1 0,0 1 0,1-1 0,-1 1 0,0-1 0,0 1 0,1-1 0,-1 1 0,0 0 0,0-1 0,0 1 0,0-1 0,0 1 0,0 0 0,0 55 0,-8-11 0,2-17 0,2-1 0,0 1 0,2 0 0,1 1 0,1-1 0,5 42 0,-5-69 0,0 1 0,0 0 0,1 0 0,-1-1 0,0 1 0,1 0 0,-1-1 0,1 1 0,0 0 0,-1-1 0,1 1 0,0-1 0,0 1 0,0-1 0,0 1 0,0-1 0,0 0 0,1 1 0,-1-1 0,0 0 0,1 0 0,-1 0 0,1 0 0,-1 0 0,1 0 0,2 1 0,-2-3 0,1 1 0,-1 0 0,0-1 0,1 0 0,-1 1 0,0-1 0,0 0 0,0 0 0,0 0 0,0-1 0,0 1 0,0 0 0,0-1 0,0 1 0,-1-1 0,4-3 0,8-10 0,0-1 0,-1 0 0,13-25 0,-23 36 0,1 0 0,0 0 0,1 0 0,-1 0 0,1 1 0,7-9 0,-10 13 0,-1 0 0,1 0 0,-1-1 0,1 1 0,-1 0 0,0 0 0,1 0 0,-1-1 0,1 1 0,-1 0 0,1 0 0,-1 0 0,1 0 0,-1 0 0,1 0 0,-1 0 0,1 0 0,-1 0 0,1 0 0,-1 0 0,1 0 0,-1 1 0,1-1 0,-1 0 0,1 0 0,-1 0 0,0 1 0,1-1 0,-1 0 0,1 1 0,13 27 0,-12-20 0,1 0 0,-1 0 0,2-1 0,-1 1 0,1-1 0,0 0 0,1 0 0,-1 0 0,12 12 0,-14-17 0,1 0 0,-1 0 0,1 0 0,0 0 0,0 0 0,0-1 0,0 1 0,0-1 0,0 0 0,0 0 0,0 0 0,1 0 0,-1 0 0,0-1 0,1 0 0,-1 1 0,0-1 0,1 0 0,-1-1 0,1 1 0,-1-1 0,0 1 0,0-1 0,1 0 0,-1 0 0,0-1 0,4-1 0,4-3 0,0 0 0,-1-1 0,0 0 0,0-1 0,0 0 0,-1 0 0,0-1 0,14-19 0,-18 21 0,0 0 0,0 0 0,-1 0 0,0 0 0,0-1 0,-1 0 0,0 0 0,0 0 0,-1 0 0,0 0 0,0 0 0,-1-1 0,1-15 0,-2 22 0,0 1 0,0-1 0,0 1 0,0-1 0,0 0 0,0 1 0,-1-1 0,1 1 0,0-1 0,-1 1 0,1-1 0,-1 1 0,0-1 0,1 1 0,-1-1 0,0 1 0,0 0 0,0-1 0,0 1 0,0 0 0,0 0 0,0 0 0,0 0 0,-1 0 0,1 0 0,0 0 0,-1 0 0,1 0 0,0 0 0,-1 1 0,1-1 0,-1 1 0,1-1 0,-1 1 0,0 0 0,1-1 0,-1 1 0,1 0 0,-1 0 0,0 0 0,1 0 0,-1 1 0,1-1 0,-1 0 0,-2 1 0,-2 1 0,0 1 0,0-1 0,0 1 0,0 0 0,1 0 0,0 1 0,-1-1 0,1 1 0,1 0 0,-8 7 0,6-3 7,0 0 0,1 0-1,0 0 1,0 0 0,0 1-1,1 0 1,1 0-1,-1 0 1,1 0 0,1 0-1,0 1 1,0-1 0,1 1-1,0 0 1,1-1 0,0 1-1,2 13 1,-1-17-60,0 0 0,0 0 0,1 0 0,0 0 0,0 0 0,0-1 0,1 1 0,0 0 0,0-1 0,0 0 0,1 0 0,0 0 0,0 0-1,0-1 1,1 1 0,-1-1 0,1 0 0,0-1 0,0 1 0,0-1 0,1 0 0,-1 0 0,1 0 0,0-1 0,0 0 0,-1 0 0,12 2 0,6-1-6773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6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20 24575,'-13'0'0,"-9"0"0,5 0 0,12 0 0,17 0 0,19-5 0,17 0 0,18-1 0,-3 2-8191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7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21 24575,'-4'-4'0,"-2"-6"0,1 3 0,1 7 0,1 9 0,1 5 0,1 11 0,0 8 0,1 9 0,-4 4 0,-1 4 0,0 2 0,1-3 0,1-2 0,1-5 0,-4-9 0,0-5 0,1-9-8191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7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54 24575,'-5'0'0,"-5"-5"0,-1-5 0,5-1 0,9 1 0,7 3 0,12 2 0,5 2 0,12 1 0,7 2 0,5 4 0,7 2 0,2 5 0,-1 4 0,-6 4 0,-7 3 0,-12-2-8191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48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143 571 24575,'-28'11'0,"0"1"0,-34 21 0,43-22 0,14-8 0,7-1 0,14-3 0,23-8 0,74-22 0,165-43 0,-275 73 0,0 1 0,-1-1 0,1 0 0,-1 1 0,1 0 0,0-1 0,0 1 0,-1 0 0,1 0 0,0 1 0,-1-1 0,1 1 0,0-1 0,-1 1 0,1 0 0,-1 0 0,1 0 0,-1 0 0,1 0 0,-1 1 0,0-1 0,1 1 0,-1-1 0,0 1 0,2 2 0,-2-1 0,0 1 0,-1 0 0,1-1 0,-1 1 0,0 0 0,0-1 0,0 1 0,-1 0 0,1 0 0,-1 0 0,0 0 0,0 0 0,0 0 0,0-1 0,-1 1 0,0 0 0,-1 5 0,-17 49 0,14-47 0,1 0 0,1 0 0,0 0 0,0 1 0,-2 22 0,11-34 0,6-10 0,12-15 0,15-27 0,-30 36 0,1 2 0,1 0 0,0 0 0,1 1 0,1 0 0,0 1 0,19-14 0,-30 25 0,-1 0 0,1 1 0,-1-1 0,1 0 0,-1 1 0,1-1 0,0 1 0,-1 0 0,1-1 0,-1 1 0,1 0 0,0 0 0,-1 0 0,1 0 0,0 0 0,-1 1 0,1-1 0,-1 0 0,1 1 0,0-1 0,-1 1 0,1 0 0,-1-1 0,0 1 0,1 0 0,-1 0 0,1 0 0,-1 0 0,0 0 0,2 3 0,4 3 0,-1 1 0,0 1 0,0-1 0,5 13 0,14 18 0,-19-34 0,-1 0 0,1 0 0,0 0 0,0-1 0,0 0 0,1 0 0,-1-1 0,1 1 0,0-2 0,0 1 0,0-1 0,1 0 0,-1 0 0,0-1 0,1 0 0,-1 0 0,1-1 0,-1 0 0,1 0 0,-1-1 0,1 0 0,-1 0 0,0-1 0,1 1 0,-1-2 0,12-4 0,-11 3 0,0 0 0,0 0 0,-1-1 0,1 0 0,-1-1 0,0 1 0,0-1 0,-1-1 0,0 1 0,0-1 0,0 0 0,-1 0 0,0-1 0,0 0 0,-1 0 0,0 0 0,-1 0 0,1-1 0,-2 1 0,1-1 0,-1 0 0,1-9 0,-3 16 0,1-1 0,-1 0 0,0 1 0,0-1 0,0 0 0,0 0 0,-1 1 0,1-1 0,-1 0 0,1 1 0,-1-1 0,0 0 0,0 1 0,0-1 0,-1 1 0,1-1 0,0 1 0,-1 0 0,0 0 0,1 0 0,-1 0 0,-4-4 0,2 4 0,-1-1 0,1 1 0,-1 0 0,1 0 0,-1 1 0,0-1 0,1 1 0,-1 0 0,0 0 0,0 1 0,-9-1 0,-5 2 0,0 1 0,1 0 0,-1 1 0,1 1 0,-30 10 0,29-6 0,1 0 0,0 1 0,0 1 0,-26 20 0,38-26 0,-1 1 0,1 0 0,0 0 0,1 1 0,-1 0 0,1 0 0,0 0 0,1 0 0,-1 1 0,1 0 0,1 0 0,-1 0 0,1 0 0,-3 13 0,5-18 0,1 0 0,0 1 0,-1-1 0,1 1 0,0-1 0,0 1 0,0-1 0,1 1 0,-1-1 0,1 0 0,-1 1 0,1-1 0,0 1 0,0-1 0,0 0 0,0 0 0,0 1 0,0-1 0,1 0 0,-1 0 0,1 0 0,-1-1 0,1 1 0,0 0 0,0 0 0,-1-1 0,1 1 0,0-1 0,1 0 0,-1 0 0,0 0 0,0 0 0,1 0 0,-1 0 0,0 0 0,1-1 0,-1 1 0,1-1 0,-1 0 0,5 1 0,2-1 0,1 0 0,-1 0 0,0 0 0,1-1 0,-1-1 0,0 1 0,0-1 0,0-1 0,14-6 0,-6-1 0,-1 0 0,0-1 0,-1-1 0,0 0 0,-1-1 0,-1-1 0,0 0 0,0-1 0,-2-1 0,0 0 0,0 0 0,-2-1 0,0 0 0,11-32 0,-2-1 0,-2-1 0,-3 0 0,-1-1 0,4-61 0,-13 93 0,3-43 0,-6 59 0,0 0 0,0 0 0,0 0 0,-1 0 0,0 0 0,1 0 0,-1 0 0,-1 0 0,1 0 0,0 0 0,-4-4 0,5 7 0,0 1 0,-1 0 0,1 0 0,-1 0 0,1-1 0,0 1 0,-1 0 0,1 0 0,-1 0 0,1 0 0,0 0 0,-1 0 0,1 0 0,-1 0 0,1 0 0,-1 0 0,1 0 0,0 0 0,-1 0 0,1 1 0,-1-1 0,1 0 0,0 0 0,-1 0 0,1 1 0,-1-1 0,1 0 0,0 0 0,-1 1 0,1-1 0,0 0 0,0 1 0,-1-1 0,1 0 0,0 1 0,0-1 0,-1 0 0,1 1 0,0-1 0,0 1 0,0-1 0,0 0 0,0 1 0,-1-1 0,1 1 0,0-1 0,0 1 0,-10 22 0,-1 10 0,1 0 0,1 0 0,2 1 0,2 0 0,1 0 0,2 1 0,1-1 0,1 1 0,2-1 0,2 1 0,9 38 0,-10-60 0,1-1 0,1 0 0,0 0 0,1 0 0,0-1 0,1 0 0,0 0 0,0 0 0,1-1 0,1-1 0,0 1 0,0-1 0,15 11 0,-18-16 0,-1-1 0,1 1 0,0-1 0,0-1 0,0 1 0,1-1 0,-1 0 0,1 0 0,-1 0 0,1-1 0,0 0 0,-1-1 0,1 0 0,0 0 0,-1 0 0,1-1 0,0 1 0,0-2 0,-1 1 0,1-1 0,-1 0 0,0 0 0,1-1 0,-1 0 0,0 0 0,-1 0 0,7-5 0,-3 1 0,0-1 0,0 1 0,-1-1 0,0-1 0,-1 0 0,0 0 0,-1 0 0,1-1 0,-2 0 0,1 0 0,-1-1 0,-1 1 0,0-1 0,-1 0 0,0 0 0,0 0 0,-1-1 0,-1 1 0,0-1 0,0 1 0,-1-1 0,-1 1 0,0-1 0,0 1 0,-4-12 0,5 22 0,0-1 0,-1 0 0,1 1 0,0-1 0,-1 0 0,1 1 0,-1-1 0,0 1 0,0-1 0,1 1 0,-1-1 0,0 1 0,0 0 0,0-1 0,-1 1 0,1 0 0,0 0 0,0 0 0,-1 0 0,1 0 0,0 0 0,-1 0 0,1 0 0,-1 0 0,1 1 0,-1-1 0,0 1 0,1-1 0,-1 1 0,0 0 0,1-1 0,-1 1 0,0 0 0,1 0 0,-1 0 0,0 0 0,1 1 0,-1-1 0,0 0 0,1 1 0,-1-1 0,0 1 0,1-1 0,-1 1 0,1 0 0,-1 0 0,1 0 0,0 0 0,-1 0 0,1 0 0,0 0 0,0 0 0,-2 2 0,-5 4 0,1 0 0,-1 0 0,1 1 0,0 0 0,1 1 0,0 0 0,-6 12 0,4-5 0,1 1 0,1 0 0,0 0 0,2 1 0,0 0 0,0-1 0,0 32 0,3-45 0,1 1 0,0-1 0,0 1 0,1-1 0,-1 0 0,1 1 0,0-1 0,0 0 0,0 0 0,1 0 0,-1 1 0,1-2 0,0 1 0,0 0 0,1 0 0,-1 0 0,1-1 0,0 0 0,0 1 0,0-1 0,0 0 0,0 0 0,1-1 0,-1 1 0,1-1 0,0 0 0,0 0 0,0 0 0,0 0 0,0 0 0,0-1 0,0 0 0,1 0 0,-1 0 0,0-1 0,9 1 0,-6 0 0,0-1 0,0 0 0,0-1 0,0 1 0,0-2 0,0 1 0,0 0 0,0-1 0,-1-1 0,1 1 0,-1-1 0,7-4 0,1-2 0,0-1 0,-1 0 0,18-19 0,-1 1 0,-28 26 0,0 1 0,0 0 0,-1 0 0,1 0 0,0 0 0,0 0 0,0 0 0,0 0 0,0 1 0,0-1 0,0 1 0,1-1 0,-1 1 0,0 0 0,0 0 0,0 0 0,0 0 0,0 0 0,0 1 0,1-1 0,-1 1 0,0-1 0,0 1 0,0 0 0,0-1 0,0 1 0,0 0 0,1 2 0,8 3 0,-1 1 0,-1 1 0,18 15 0,-9-7 0,-4-3 0,3 2 0,1-2 0,22 15 0,-37-26 0,0 0 0,1 0 0,-1 0 0,0 0 0,1-1 0,-1 0 0,1 0 0,-1 0 0,1 0 0,0 0 0,-1 0 0,1-1 0,0 0 0,0 0 0,-1 0 0,1 0 0,0-1 0,0 1 0,-1-1 0,5-1 0,-5 0 0,0 0 0,-1-1 0,1 1 0,-1 0 0,0-1 0,1 1 0,-1-1 0,-1 0 0,1 0 0,0 0 0,0 0 0,-1 0 0,0 0 0,0 0 0,0 0 0,0-1 0,0 1 0,-1 0 0,1-1 0,-1 1 0,0 0 0,0-1 0,0 1 0,0 0 0,-1-1 0,1 1 0,-3-6 0,0-8 0,-1 0 0,-1 1 0,-1 0 0,-8-17 0,14 30 0,-1 1 0,-1 0 0,1-1 0,0 1 0,-1 0 0,1-1 0,-1 1 0,1 0 0,-1 0 0,0 0 0,0 1 0,0-1 0,0 0 0,0 1 0,0-1 0,-1 1 0,1 0 0,-1 0 0,1 0 0,0 0 0,-1 0 0,0 0 0,1 1 0,-4-1 0,1 1 0,1 0 0,-1 1 0,0 0 0,0 0 0,0 0 0,0 1 0,1-1 0,-1 1 0,1 0 0,-1 1 0,1-1 0,-5 4 0,-11 9 0,-1 2 0,2 0 0,-31 36 0,-142 185 110,82-97-1585,75-97-5351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58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48 529 24575,'2'-1'0,"0"0"0,0 0 0,0 0 0,0 1 0,-1-1 0,1 1 0,0 0 0,0-1 0,0 1 0,0 0 0,0 0 0,0 0 0,0 0 0,0 0 0,0 1 0,3 0 0,10 0 0,-1-2 0,-1-1 0,0-1 0,0 0 0,0-1 0,0 0 0,-1-1 0,1-1 0,-1 1 0,0-2 0,19-13 0,-27 16 0,0 1 0,1-1 0,-1 0 0,-1 0 0,1 0 0,-1-1 0,1 1 0,-1-1 0,0 0 0,-1 0 0,1 0 0,2-7 0,-5 7 0,1 1 0,0 0 0,-1 0 0,0 0 0,0 0 0,0-1 0,0 1 0,-1 0 0,0 0 0,1 0 0,-2 0 0,1 0 0,0 0 0,-1 0 0,0 0 0,0 0 0,0 1 0,-4-6 0,4 5 0,0 1 0,-1 0 0,1-1 0,-1 1 0,0 0 0,0 0 0,0 1 0,0-1 0,-1 0 0,1 1 0,-1 0 0,1 0 0,-1 0 0,0 0 0,0 1 0,0 0 0,0-1 0,0 1 0,-4 0 0,2 1 0,0 0 0,1 0 0,-1 1 0,1 0 0,-1 0 0,1 0 0,0 1 0,0 0 0,-1 0 0,1 0 0,0 1 0,-8 5 0,1 1 0,0 0 0,0 1 0,1 1 0,0-1 0,0 2 0,2 0 0,-1 0 0,1 1 0,-9 19 0,14-25 0,1 0 0,-1 0 0,2 0 0,-1 1 0,1-1 0,1 1 0,-1 0 0,1 0 0,0-1 0,1 1 0,0 0 0,0 0 0,1 0 0,0 0 0,0-1 0,5 15 0,-4-16 0,1-1 0,0 1 0,0-1 0,1 0 0,-1 0 0,1 0 0,0-1 0,1 1 0,-1-1 0,1 0 0,0 0 0,0-1 0,0 1 0,0-1 0,0 0 0,1-1 0,0 1 0,-1-1 0,1 0 0,0-1 0,0 1 0,7 0 0,4 0 0,0 0 0,0-1 0,0-1 0,0 0 0,0-1 0,0-2 0,0 1 0,0-2 0,0 0 0,-1-1 0,1-1 0,-2 0 0,1-1 0,0-1 0,-2 0 0,1-1 0,-1-1 0,0 0 0,-1-1 0,0-1 0,-1 0 0,0 0 0,-1-1 0,0-1 0,-1 0 0,0 0 0,-2-1 0,13-27 0,-22 44 0,-14 63 0,14-60 0,0-1 0,0 1 0,0-1 0,1 1 0,0 0 0,0-1 0,0 1 0,1 0 0,-1-1 0,1 1 0,0-1 0,0 1 0,1-1 0,2 7 0,-3-10 0,0-1 0,0 1 0,0-1 0,0 1 0,0-1 0,0 1 0,0-1 0,0 0 0,0 1 0,0-1 0,0 0 0,1 0 0,-1 0 0,0 0 0,0 0 0,0 0 0,0 0 0,0 0 0,0 0 0,0-1 0,0 1 0,0 0 0,0-1 0,0 1 0,0-1 0,0 1 0,0-1 0,0 1 0,0-1 0,0 0 0,1-1 0,28-23 0,19-36 0,-43 52 0,0 0 0,0 0 0,1 0 0,0 1 0,0 0 0,1 0 0,0 1 0,0 0 0,1 1 0,0-1 0,11-5 0,-18 12 0,-1 0 0,0 0 0,0 0 0,1 0 0,-1 0 0,0 0 0,0 0 0,1 0 0,-1 0 0,0 1 0,0-1 0,0 0 0,0 1 0,1-1 0,-1 1 0,0 0 0,0-1 0,0 1 0,0 0 0,0-1 0,0 1 0,0 0 0,0 0 0,-1 0 0,1 0 0,1 2 0,22 36 0,-13-19 0,-8-15 0,0 0 0,1-1 0,0 1 0,0-1 0,0 0 0,0 0 0,1 0 0,0-1 0,-1 1 0,1-1 0,0 0 0,1-1 0,-1 1 0,0-1 0,1 0 0,0-1 0,-1 1 0,1-1 0,0 0 0,0 0 0,-1-1 0,1 0 0,0 0 0,0 0 0,0-1 0,0 1 0,-1-1 0,1-1 0,0 1 0,-1-1 0,1 0 0,8-5 0,-2 1 0,-1-1 0,0 0 0,-1-1 0,0 0 0,0 0 0,0-1 0,-1 0 0,-1-1 0,0 0 0,0 0 0,-1-1 0,0 0 0,0 0 0,4-13 0,1-9 0,-1-2 0,-2 1 0,-2-1 0,0 0 0,-3-1 0,-1 1 0,-1-40 0,-8 52 0,6 23 0,-1 0 0,1 0 0,0 0 0,-1 0 0,1 0 0,-1 0 0,1 0 0,0 0 0,-1 0 0,1 0 0,0 0 0,-1 0 0,1 1 0,0-1 0,-1 0 0,1 0 0,0 0 0,-1 1 0,1-1 0,0 0 0,-1 0 0,1 1 0,0-1 0,0 0 0,0 1 0,-1-1 0,1 0 0,0 1 0,0-1 0,0 0 0,0 1 0,-1 0 0,-17 43 0,4 9 0,3 0 0,1 0 0,3 1 0,3 0 0,2 0 0,6 79 0,-4-130 0,0-1 0,1 0 0,-1 1 0,0-1 0,1 0 0,-1 0 0,1 1 0,0-1 0,-1 0 0,1 0 0,0 0 0,1 0 0,-1 0 0,0 0 0,1 0 0,-1 0 0,0-1 0,1 1 0,0 0 0,0-1 0,-1 1 0,1-1 0,0 0 0,0 0 0,0 0 0,0 0 0,0 0 0,1 0 0,-1 0 0,0-1 0,0 1 0,0-1 0,1 1 0,-1-1 0,0 0 0,1 0 0,-1 0 0,0 0 0,1 0 0,-1-1 0,0 1 0,0-1 0,1 1 0,2-3 0,6 0 0,0-1 0,-1 0 0,0-1 0,0 0 0,0 0 0,-1-1 0,0 0 0,9-8 0,25-38 0,-26 29 0,-17 23 0,0 0 0,0-1 0,0 1 0,0 0 0,1-1 0,-1 1 0,0 0 0,0-1 0,1 1 0,-1 0 0,0 0 0,1-1 0,-1 1 0,0 0 0,0 0 0,1-1 0,-1 1 0,0 0 0,1 0 0,-1 0 0,1 0 0,-1 0 0,0 0 0,1 0 0,-1-1 0,0 1 0,1 0 0,-1 0 0,1 0 0,-1 0 0,0 1 0,1-1 0,-1 0 0,0 0 0,1 0 0,-1 0 0,1 0 0,-1 0 0,0 1 0,1-1 0,-1 0 0,0 0 0,1 0 0,-1 1 0,0-1 0,0 0 0,1 0 0,-1 1 0,0-1 0,1 1 0,11 25 0,2 2 0,-6-27 0,3-15 0,-8 8 0,-1-1 0,0 1 0,0-1 0,0 0 0,-1 0 0,0 0 0,0-10 0,-1 13 0,1 0 0,-1 0 0,-1 0 0,1 0 0,0 0 0,-1 1 0,0-1 0,0 0 0,0 0 0,-1 1 0,1-1 0,-1 0 0,0 1 0,-3-5 0,5 7 0,-1 1 0,1-1 0,-1 1 0,1-1 0,-1 1 0,1-1 0,-1 1 0,0-1 0,1 1 0,-1 0 0,0-1 0,0 1 0,1 0 0,-1 0 0,0 0 0,1-1 0,-1 1 0,0 0 0,0 0 0,0 0 0,1 0 0,-1 0 0,0 0 0,0 1 0,1-1 0,-1 0 0,-1 1 0,-19 15 0,-7 30 0,26-40 0,-1 0 0,1 0 0,0 0 0,0 1 0,1-1 0,0 0 0,0 1 0,1-1 0,0 1 0,0-1 0,0 1 0,3 12 0,-2-16 0,0 0 0,0 0 0,0 1 0,0-1 0,1 0 0,-1 0 0,1 0 0,0 0 0,0-1 0,0 1 0,0-1 0,1 1 0,-1-1 0,1 1 0,-1-1 0,1 0 0,0 0 0,0-1 0,0 1 0,0 0 0,0-1 0,0 0 0,0 0 0,1 0 0,-1 0 0,4 0 0,4 0 0,0 0 0,1-1 0,-1 0 0,0-1 0,1 0 0,-1-1 0,0-1 0,0 1 0,0-2 0,-1 1 0,1-2 0,-1 1 0,0-1 0,13-9 0,-12 7 0,0 0 0,-1-1 0,0 0 0,-1 0 0,1-1 0,-2-1 0,1 0 0,-1 0 0,-1 0 0,0-1 0,0 0 0,7-17 0,-13 25 0,0-1 0,0 0 0,0 0 0,-1 1 0,1-1 0,-1 0 0,0 0 0,0 0 0,0 0 0,-1 0 0,1 0 0,-1 1 0,0-1 0,0 0 0,-2-4 0,2 6 0,0 0 0,0 0 0,0 0 0,0 0 0,0 1 0,0-1 0,-1 0 0,1 1 0,-1-1 0,1 1 0,-1 0 0,0-1 0,1 1 0,-1 0 0,0 0 0,0 0 0,0 0 0,0 0 0,0 0 0,0 1 0,0-1 0,0 1 0,0-1 0,0 1 0,0 0 0,0 0 0,0 0 0,0 0 0,-3 1 0,5-2 0,-1 1 0,0 0 0,1 0 0,-1 0 0,1 0 0,-1 1 0,1-1 0,-1 0 0,1 0 0,-1 0 0,1 0 0,-1 0 0,1 1 0,-1-1 0,1 0 0,-1 1 0,1-1 0,0 0 0,-1 1 0,1-1 0,-1 0 0,1 1 0,0-1 0,-1 1 0,1-1 0,0 0 0,-1 1 0,1-1 0,0 1 0,0-1 0,0 1 0,-1 0 0,10 16 0,25 14 0,-31-29 0,11 8 0,-1 2 0,0-1 0,-1 1 0,0 1 0,14 19 0,-22-26 0,-1 0 0,0 0 0,-1 0 0,1 1 0,-1-1 0,0 0 0,-1 1 0,1 0 0,-1-1 0,-1 1 0,1 0 0,-1-1 0,0 1 0,-1 0 0,1 0 0,-1-1 0,-2 7 0,2-9 0,0 0 0,0 0 0,0 0 0,1-1 0,-1 1 0,1 0 0,0 0 0,1 0 0,-1 0 0,0 0 0,3 7 0,-2-10 0,0 1 0,0-1 0,0 1 0,1-1 0,-1 1 0,0-1 0,1 0 0,-1 0 0,1 0 0,-1 0 0,1 0 0,0 0 0,-1 0 0,1 0 0,0-1 0,0 1 0,0 0 0,-1-1 0,1 0 0,0 1 0,0-1 0,0 0 0,0 0 0,0 0 0,0 0 0,3-1 0,12-1-136,0-2-1,0 1 1,0-2-1,0 0 1,-1-1-1,1-1 1,-1 0-1,-1-1 0,21-15 1,-2 2-6690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5:58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0 24575,'-225'0'0,"878"0"-1365,-643 0-5461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02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509 350 24575,'-3'0'0,"1"0"0,0-1 0,-1 0 0,1 0 0,-1 0 0,1 0 0,0 0 0,-1 0 0,1 0 0,0-1 0,0 1 0,0-1 0,0 0 0,0 1 0,1-1 0,-3-3 0,-27-37 0,26 33 0,1 3 0,1 0 0,-2 1 0,1-1 0,0 1 0,-1-1 0,0 1 0,-1 1 0,1-1 0,-1 1 0,1 0 0,-1 0 0,-1 1 0,1 0 0,0 0 0,-1 0 0,0 1 0,1 0 0,-1 0 0,0 0 0,0 1 0,0 0 0,0 1 0,0 0 0,0 0 0,0 0 0,0 1 0,0 0 0,-13 3 0,4 0 0,-1 0 0,1 2 0,0 0 0,0 0 0,0 2 0,1 0 0,0 1 0,-21 15 0,30-19 0,-1 0 0,1 0 0,0 1 0,0-1 0,1 1 0,-1 1 0,1-1 0,1 1 0,-1 0 0,1 0 0,0 0 0,1 0 0,0 1 0,0-1 0,0 1 0,1 0 0,0 0 0,1 0 0,-1 16 0,2-20 0,0-1 0,0 0 0,1 0 0,-1 1 0,1-1 0,0 0 0,0 0 0,0 0 0,1 0 0,-1 0 0,1 0 0,-1 0 0,1-1 0,0 1 0,0 0 0,0-1 0,0 0 0,1 1 0,-1-1 0,4 2 0,-1-1 0,0 0 0,1-1 0,-1 0 0,0 0 0,1 0 0,-1-1 0,1 1 0,0-1 0,0-1 0,9 1 0,6-2 0,0-1 0,0 0 0,0-2 0,-1 0 0,26-10 0,-25 7 0,-1-1 0,0-1 0,0-1 0,-1-1 0,0-1 0,-1 0 0,-1-1 0,0-1 0,-1-1 0,0-1 0,21-26 0,-37 42 0,0-1 0,0 1 0,1 0 0,-1-1 0,0 1 0,0 0 0,0 0 0,1-1 0,-1 1 0,0 0 0,0 0 0,1-1 0,-1 1 0,0 0 0,1 0 0,-1 0 0,0 0 0,1-1 0,-1 1 0,0 0 0,0 0 0,1 0 0,-1 0 0,0 0 0,1 0 0,-1 0 0,1 0 0,-1 0 0,0 0 0,1 0 0,-1 0 0,0 0 0,1 0 0,-1 0 0,0 1 0,0-1 0,1 0 0,8 16 0,4 42 0,-4-17 0,-8-38 0,0 1 0,0-1 0,0 0 0,0 0 0,1 0 0,-1 0 0,1 0 0,0 0 0,0-1 0,0 1 0,0-1 0,1 1 0,-1-1 0,0 0 0,1 0 0,0 0 0,-1 0 0,1 0 0,0 0 0,0-1 0,0 0 0,6 3 0,-4-4 0,-1 0 0,1-1 0,0 1 0,-1-1 0,1 0 0,-1 0 0,1 0 0,-1-1 0,0 0 0,0 1 0,0-1 0,0-1 0,0 1 0,0-1 0,0 1 0,5-6 0,25-22 0,33-36 0,-47 44 0,0 2 0,1 0 0,1 1 0,1 1 0,46-27 0,-67 44 0,1-1 0,-1 1 0,1 0 0,0 0 0,0 0 0,0 0 0,0 0 0,-1 0 0,1 1 0,0-1 0,0 1 0,0 0 0,0 0 0,0 0 0,0 0 0,0 1 0,0-1 0,0 1 0,0 0 0,0 0 0,0 0 0,0 0 0,-1 0 0,1 0 0,0 1 0,-1-1 0,0 1 0,1 0 0,-1 0 0,4 4 0,1 4 0,0 0 0,-1 0 0,0 1 0,-1 0 0,0 0 0,4 15 0,5 7 0,-41-102 0,24 64 0,0 0 0,0-1 0,-1 1 0,1 0 0,-1 1 0,0-1 0,-1 1 0,1-1 0,-1 1 0,0 1 0,0-1 0,0 1 0,0 0 0,-12-5 0,13 7 0,-1 0 0,1 0 0,-1 1 0,0-1 0,1 1 0,-1 0 0,0 1 0,1-1 0,-1 1 0,1 0 0,-1 0 0,1 0 0,-1 1 0,1 0 0,0 0 0,-1 0 0,1 0 0,0 0 0,1 1 0,-7 5 0,-8 7 0,0 0 0,1 1 0,-20 26 0,29-32 0,1 0 0,-1 0 0,2 1 0,-1 0 0,2 0 0,-1 1 0,-6 21 0,11-30 0,0-1 0,1 1 0,-1-1 0,1 0 0,0 1 0,-1-1 0,1 1 0,0-1 0,0 1 0,1-1 0,-1 1 0,1-1 0,-1 1 0,1-1 0,0 0 0,-1 1 0,1-1 0,0 0 0,1 1 0,-1-1 0,0 0 0,1 0 0,-1 0 0,1 0 0,0-1 0,-1 1 0,1 0 0,0-1 0,0 1 0,0-1 0,0 1 0,0-1 0,1 0 0,-1 0 0,0 0 0,1 0 0,-1 0 0,0-1 0,1 1 0,-1-1 0,1 0 0,-1 1 0,1-1 0,2-1 0,14 2 0,0-1 0,1-2 0,-1 0 0,27-6 0,-37 6 0,34-10 0,0-1 0,-1-3 0,0-1 0,-1-2 0,71-47 0,-11 9 0,-84 48 0,55-27 0,-66 33 0,1 1 0,-1-1 0,1 2 0,0-1 0,0 1 0,-1 0 0,1 0 0,13 0 0,-19 2 0,1-1 0,0 0 0,0 1 0,-1-1 0,1 1 0,-1-1 0,1 1 0,0 0 0,-1 0 0,1 0 0,-1 0 0,0 0 0,1 0 0,-1 0 0,0 0 0,1 1 0,-1-1 0,0 0 0,0 1 0,0-1 0,0 1 0,-1-1 0,1 1 0,0-1 0,-1 1 0,1 0 0,-1-1 0,1 1 0,-1 0 0,0-1 0,1 1 0,-1 0 0,0 0 0,0-1 0,0 1 0,-1 0 0,1 0 0,0-1 0,-1 3 0,0-3 0,1 1 0,0-1 0,0 0 0,-1 1 0,1-1 0,-1 1 0,1-1 0,-1 0 0,0 0 0,1 1 0,-1-1 0,0 0 0,0 0 0,0 0 0,0 0 0,0 0 0,0 0 0,0 0 0,0 0 0,0-1 0,-1 1 0,1 0 0,0-1 0,0 1 0,-1 0 0,1-1 0,-1 0 0,1 1 0,0-1 0,-1 0 0,1 0 0,-1 0 0,1 0 0,0 0 0,-1 0 0,1 0 0,-1 0 0,1 0 0,0-1 0,-1 1 0,1-1 0,0 1 0,-1-1 0,1 1 0,0-1 0,-2-1 0,-38-25 0,29 18 0,0 1 0,-1 0 0,0 1 0,-24-10 0,32 15 0,-1 1 0,1 0 0,0 0 0,-1 0 0,1 1 0,0 0 0,-1 0 0,1 0 0,-1 1 0,1-1 0,0 1 0,-1 1 0,1-1 0,0 1 0,0 0 0,0 0 0,-6 4 0,6-3 0,0 0 0,0 0 0,0 1 0,0-1 0,1 1 0,0 1 0,-1-1 0,2 0 0,-1 1 0,0 0 0,1 0 0,0 0 0,0 0 0,1 1 0,-1-1 0,1 1 0,0 0 0,1-1 0,-1 1 0,1 0 0,0 0 0,1 0 0,-1 0 0,1 0 0,1 0 0,-1 0 0,1 0 0,0 0 0,0-1 0,0 1 0,1 0 0,0 0 0,0-1 0,1 1 0,-1-1 0,1 0 0,1 0 0,-1 0 0,0 0 0,1 0 0,0-1 0,0 0 0,1 0 0,-1 0 0,1 0 0,0 0 0,0-1 0,0 0 0,0 0 0,1-1 0,-1 1 0,1-1 0,8 2 0,5 0 0,0-1 0,1-1 0,-1-1 0,0 0 0,1-2 0,-1 0 0,1-1 0,-1-1 0,19-5 0,6-4 0,0-2 0,71-32 0,-97 37 0,1-1 0,32-24 0,-44 28 0,1 0 0,-1 0 0,-1 0 0,1-1 0,-1 0 0,0-1 0,-1 1 0,9-15 0,-11 11 0,-5 11 0,-7 18 0,8-11 0,-1 0 0,1 0 0,1 0 0,-1 0 0,1 0 0,0 0 0,1 0 0,0 0 0,0 0 0,0 0 0,1 0 0,0 0 0,0 0 0,1 0 0,0-1 0,0 1 0,0-1 0,1 0 0,5 6 0,-6-8 0,1 0 0,-1-1 0,1 1 0,0-1 0,1 0 0,-1 0 0,1 0 0,-1 0 0,1-1 0,0 0 0,0 0 0,0 0 0,0 0 0,0-1 0,0 0 0,0 0 0,1 0 0,-1-1 0,0 0 0,0 0 0,1 0 0,-1-1 0,0 0 0,0 0 0,1 0 0,6-3 0,-8 3 0,0 0 0,-1 0 0,1 0 0,-1 0 0,0-1 0,1 0 0,-1 0 0,0 0 0,0 0 0,0 0 0,0 0 0,-1-1 0,1 1 0,-1-1 0,1 0 0,-1 0 0,0 0 0,0 0 0,0 0 0,0-1 0,-1 1 0,1 0 0,-1-1 0,0 1 0,0-1 0,0 0 0,-1 1 0,1-1 0,-1 0 0,0-4 0,0 3 0,-1-1 0,0 1 0,-1-1 0,1 1 0,-1 0 0,0 0 0,-1-1 0,1 1 0,-1 1 0,0-1 0,0 0 0,0 1 0,-1-1 0,1 1 0,-1 0 0,0 0 0,-1 1 0,1-1 0,-6-3 0,-2 0 0,-1-1 0,0 2 0,-1-1 0,-15-4 0,25 10 0,0 0 0,0 0 0,0 0 0,0 1 0,0 0 0,0-1 0,0 1 0,-9 1 0,12 0 0,-1-1 0,1 1 0,-1-1 0,1 1 0,-1-1 0,1 1 0,0 0 0,-1 0 0,1-1 0,0 1 0,0 0 0,-1 0 0,1 1 0,0-1 0,0 0 0,0 0 0,0 0 0,0 1 0,1-1 0,-1 0 0,0 1 0,1-1 0,-2 3 0,2-1 0,-1-1 0,1 1 0,0 0 0,0-1 0,0 1 0,0-1 0,0 1 0,1 0 0,-1-1 0,1 1 0,0-1 0,0 1 0,0-1 0,0 1 0,0-1 0,0 0 0,1 1 0,-1-1 0,1 0 0,-1 0 0,1 0 0,0 0 0,0 0 0,0-1 0,0 1 0,0 0 0,0-1 0,0 0 0,1 1 0,-1-1 0,4 1 0,4 3 0,-1-1 0,1 0 0,0-1 0,0 0 0,0 0 0,19 2 0,-17-5 0,0 0 0,0-1 0,-1 0 0,1-1 0,0-1 0,-1 1 0,18-8 0,-25 8 0,1 0 0,0 0 0,-1-1 0,1 0 0,-1 0 0,0 0 0,0 0 0,7-7 0,-10 8 0,1 0 0,-1 0 0,1 0 0,-1 0 0,0 0 0,0-1 0,0 1 0,0 0 0,0-1 0,-1 1 0,1-1 0,-1 1 0,1 0 0,-1-1 0,0 1 0,0-1 0,0 1 0,-1-5 0,-1 2 0,0 1 0,-1-1 0,1 1 0,-1 0 0,0 0 0,0 0 0,-1 0 0,1 1 0,-1-1 0,0 1 0,1 0 0,-2 0 0,1 0 0,0 0 0,0 1 0,-1 0 0,0 0 0,1 0 0,-1 0 0,0 1 0,0 0 0,0 0 0,0 0 0,0 1 0,-7-1 0,12 1 0,0 0 0,-1 0 0,1 0 0,0 0 0,0 1 0,0-1 0,0 0 0,-1 0 0,1 0 0,0 0 0,0 0 0,0 0 0,0 0 0,0 0 0,0 0 0,-1 0 0,1 1 0,0-1 0,0 0 0,0 0 0,0 0 0,0 0 0,0 0 0,0 1 0,0-1 0,0 0 0,0 0 0,-1 0 0,1 0 0,0 0 0,0 1 0,0-1 0,0 0 0,0 0 0,0 0 0,0 0 0,0 1 0,0-1 0,0 0 0,1 0 0,-1 0 0,0 0 0,0 1 0,0-1 0,0 0 0,0 0 0,0 0 0,0 0 0,0 1 0,10 8 0,12 5 0,8-1 0,1-2 0,56 13 0,-51-15 0,59 22 0,-91-30 0,-1 1 0,0-1 0,1 1 0,-1-1 0,0 1 0,0 0 0,0 0 0,0 0 0,0 1 0,-1-1 0,1 1 0,-1 0 0,1-1 0,-1 1 0,0 0 0,0 0 0,0 1 0,-1-1 0,1 0 0,-1 0 0,0 1 0,0-1 0,0 1 0,0-1 0,0 8 0,-1-2 0,-1 0 0,-1 0 0,1 0 0,-1 0 0,-1 0 0,0 0 0,0-1 0,-9 16 0,12-23 0,-1-1 0,1 0 0,0 1 0,-1-1 0,1 1 0,0 0 0,-1-1 0,1 1 0,0-1 0,-1 1 0,1-1 0,0 1 0,0 0 0,0-1 0,0 1 0,-1 0 0,1-1 0,0 1 0,0-1 0,0 1 0,1 0 0,-1-1 0,0 1 0,0 0 0,0-1 0,0 1 0,0-1 0,1 1 0,-1 0 0,0-1 0,1 1 0,-1 0 0,21-6 0,29-26 0,-48 29 0,54-39 0,55-36 0,-95 67 0,0 1 0,0 1 0,1 0 0,0 2 0,21-6 0,-34 11 0,1 0 0,0 0 0,-1 1 0,1 0 0,-1 0 0,1 0 0,0 1 0,-1-1 0,1 1 0,-1 0 0,1 0 0,-1 1 0,7 2 0,-9-3 0,0 0 0,0 0 0,0 0 0,-1 0 0,1 1 0,0-1 0,-1 1 0,1-1 0,-1 1 0,1 0 0,-1-1 0,0 1 0,0 0 0,0 0 0,0 0 0,0 0 0,0 0 0,0 0 0,-1 0 0,1 0 0,-1 0 0,1 0 0,-1 0 0,0 0 0,0 1 0,0-1 0,0 0 0,0 0 0,-1 0 0,0 3 0,1-5 0,0 1 0,0-1 0,-1 1 0,1 0 0,0-1 0,-1 1 0,1-1 0,0 1 0,-1-1 0,1 1 0,-1-1 0,1 1 0,-1-1 0,1 0 0,-1 1 0,0-1 0,1 0 0,-1 1 0,1-1 0,-1 0 0,0 0 0,1 0 0,-1 1 0,1-1 0,-1 0 0,0 0 0,1 0 0,-1 0 0,0 0 0,1 0 0,-1 0 0,0 0 0,1 0 0,-1-1 0,0 1 0,1 0 0,-1 0 0,1-1 0,-1 1 0,0 0 0,1-1 0,-1 1 0,1 0 0,-1-1 0,1 1 0,-1-1 0,1 1 0,-1-2 0,-37-26 0,30 21 0,7 6 0,-16-13 0,0 1 0,-1 1 0,-1 0 0,-34-15 0,48 25 0,-1 0 0,1 0 0,-1 1 0,0-1 0,1 2 0,-1-1 0,0 0 0,0 1 0,0 0 0,0 1 0,0-1 0,1 1 0,-1 0 0,0 1 0,0-1 0,1 1 0,-1 0 0,1 0 0,0 1 0,0 0 0,0 0 0,-9 6 0,7-3 0,1 0 0,0 0 0,0 0 0,0 1 0,1 0 0,0 0 0,0 1 0,1-1 0,-1 1 0,2 0 0,-1 0 0,-2 13 0,5-18 0,0 0 0,0 0 0,1 0 0,-1 0 0,1 0 0,0 0 0,0 0 0,0 0 0,0 0 0,1 0 0,-1 0 0,1 0 0,0 0 0,0 0 0,0 0 0,0 0 0,0 0 0,1 0 0,-1-1 0,1 1 0,0-1 0,-1 1 0,1-1 0,1 1 0,-1-1 0,0 0 0,0 0 0,1 0 0,-1-1 0,1 1 0,0 0 0,-1-1 0,1 0 0,0 1 0,0-1 0,0 0 0,5 0 0,0 1 0,0-1 0,0 0 0,0 0 0,1-1 0,-1 0 0,0-1 0,0 1 0,0-2 0,0 1 0,0-1 0,0 0 0,0-1 0,-1 0 0,1 0 0,-1-1 0,0 1 0,0-2 0,0 1 0,0-1 0,-1 0 0,0 0 0,0-1 0,0 0 0,5-6 0,2-4 0,0 0 0,-1-1 0,-1 0 0,0-1 0,-2 0 0,0-1 0,-1 0 0,9-29 0,-8 14 0,-1-1 0,-2 0 0,-1-1 0,0-41 0,-37 153 0,25-57 0,-1 5 0,0 0 0,2 1 0,0 0 0,-3 48 0,8-68 0,1-1 0,0 0 0,0 1 0,1-1 0,-1 0 0,1 1 0,0-1 0,0 0 0,0 0 0,0 0 0,1 1 0,0-2 0,0 1 0,0 0 0,0 0 0,1 0 0,-1-1 0,1 0 0,0 1 0,0-1 0,0 0 0,1 0 0,-1-1 0,1 1 0,-1-1 0,1 1 0,0-1 0,0-1 0,0 1 0,0 0 0,0-1 0,0 0 0,0 0 0,1 0 0,7 0 0,-2 0 0,-1-1 0,1 0 0,0 0 0,0-1 0,-1-1 0,1 1 0,0-2 0,-1 1 0,0-1 0,0-1 0,12-5 0,-15 6 0,-1 0 0,0 0 0,0 0 0,0-1 0,0 1 0,0-1 0,-1 0 0,1-1 0,-1 1 0,0-1 0,-1 0 0,1 0 0,-1 0 0,0 0 0,0-1 0,-1 1 0,0-1 0,0 0 0,2-6 0,-4 3 0,-5 13 0,-5 16 0,-2 63 120,12-77-226,0-1 0,0 1 0,0-1 0,0 1 0,1-1 0,0 1-1,0-1 1,0 0 0,1 1 0,0-1 0,0 0 0,0 0 0,4 5 0,5 2-6720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02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74 24575,'0'-4'0,"0"-6"0,-4-2 0,-7-2 0,-4-3 0,-1 0-8191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04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134 449 24575,'-37'-5'0,"30"3"0,0 1 0,-1 0 0,1 0 0,0 1 0,-12 1 0,18-1 0,-1 0 0,0 1 0,0-1 0,1 1 0,-1 0 0,0-1 0,1 1 0,-1 0 0,1 0 0,-1 0 0,1 0 0,0 0 0,-1 0 0,1 0 0,0 1 0,0-1 0,0 0 0,0 1 0,0-1 0,0 1 0,0-1 0,0 1 0,0 0 0,1-1 0,-1 1 0,1 0 0,-1 2 0,-2 9 0,1-1 0,1 1 0,0 0 0,0 0 0,1 0 0,1 0 0,0 0 0,1-1 0,5 20 0,-6-31 0,-1 0 0,0 0 0,1 0 0,-1 1 0,1-1 0,-1 0 0,1 0 0,0 0 0,-1-1 0,1 1 0,0 0 0,0 0 0,-1 0 0,1 0 0,0-1 0,0 1 0,0 0 0,0-1 0,0 1 0,0-1 0,0 1 0,0-1 0,0 1 0,1-1 0,-1 0 0,0 0 0,0 1 0,0-1 0,0 0 0,0 0 0,1 0 0,-1 0 0,0-1 0,0 1 0,0 0 0,0 0 0,0-1 0,1 1 0,-1 0 0,0-1 0,0 1 0,0-1 0,0 0 0,0 1 0,0-1 0,0 0 0,-1 1 0,1-1 0,0 0 0,1-2 0,9-7 0,-1 0 0,0-1 0,12-18 0,-5 9 0,-16 17 0,1 1 0,0-1 0,1 1 0,-1 0 0,0 0 0,1 0 0,-1 0 0,1 0 0,0 0 0,-1 1 0,1-1 0,0 1 0,0 0 0,0 0 0,0 0 0,0 0 0,0 1 0,1-1 0,-1 1 0,3-1 0,-2 2 0,-1 1 0,0-1 0,0 1 0,0-1 0,0 1 0,0 0 0,-1 0 0,1 0 0,-1 0 0,1 1 0,-1-1 0,1 1 0,-1-1 0,0 1 0,0 0 0,-1 0 0,1 0 0,2 5 0,6 15 0,-8-19 0,-1 0 0,1 0 0,0 0 0,0 0 0,0-1 0,1 1 0,-1 0 0,5 3 0,-6-6 0,0 0 0,0-1 0,1 1 0,-1 0 0,1-1 0,-1 1 0,0-1 0,1 0 0,-1 0 0,1 1 0,-1-1 0,1 0 0,-1 0 0,1 0 0,-1 0 0,1-1 0,-1 1 0,1 0 0,-1 0 0,1-1 0,-1 1 0,0-1 0,1 0 0,-1 1 0,0-1 0,1 0 0,-1 0 0,0 0 0,2-1 0,22-17 0,-1 0 0,0-2 0,22-25 0,-32 30 0,1 0 0,0 1 0,1 1 0,1 1 0,0 0 0,1 1 0,0 1 0,36-16 0,-51 26 0,-1 0 0,1 0 0,0 0 0,0 0 0,0 1 0,0-1 0,0 1 0,-1 0 0,1 0 0,0 0 0,0 0 0,0 0 0,0 1 0,0-1 0,0 1 0,0 0 0,-1 0 0,1 0 0,0 0 0,-1 0 0,1 1 0,3 2 0,-3-1 0,1 1 0,-1 0 0,0 0 0,0 0 0,0 0 0,-1 0 0,1 1 0,-1-1 0,0 1 0,-1 0 0,1 0 0,1 5 0,4 11 0,-6-13 0,-14-25 0,9 12 0,1 1 0,-1 0 0,0-1 0,-1 2 0,1-1 0,-1 0 0,1 1 0,-1 0 0,0 0 0,0 0 0,-1 1 0,1 0 0,0 0 0,-1 0 0,1 1 0,-1-1 0,0 1 0,1 1 0,-1-1 0,0 1 0,0 0 0,1 0 0,-12 2 0,1 1 0,0 1 0,1 1 0,0 0 0,-1 1 0,2 0 0,-1 1 0,-21 15 0,33-21 0,1 1 0,-1 0 0,1 0 0,-1 0 0,1 0 0,0 0 0,0 1 0,0-1 0,0 1 0,-3 4 0,5-6 0,-1 0 0,1 1 0,-1-1 0,1 0 0,0 0 0,-1 0 0,1 1 0,0-1 0,0 0 0,0 0 0,0 1 0,0-1 0,0 0 0,1 0 0,-1 0 0,0 1 0,1-1 0,-1 0 0,1 2 0,1 0 0,0-1 0,0 0 0,1 1 0,-1-1 0,0 0 0,1 0 0,0-1 0,-1 1 0,1 0 0,0-1 0,0 0 0,0 1 0,0-1 0,0 0 0,0-1 0,0 1 0,0 0 0,0-1 0,0 0 0,4 0 0,12 0 0,0 0 0,-1-2 0,32-7 0,-29 5 0,1 1 0,25-1 0,-44 4 0,-1 1 0,1-1 0,-1 1 0,1 0 0,-1-1 0,1 1 0,-1 0 0,0 1 0,0-1 0,1 0 0,-1 1 0,0-1 0,0 1 0,0-1 0,0 1 0,-1 0 0,1 0 0,0 0 0,-1 0 0,1 0 0,-1 0 0,0 1 0,0-1 0,0 0 0,0 1 0,0-1 0,0 1 0,-1-1 0,1 1 0,-1-1 0,0 1 0,1 3 0,1 13 0,-1 0 0,0 0 0,-3 24 0,1-29 0,-9 104 0,-6-1 0,-47 181 0,62-291 0,-9 34 0,-2 0 0,-29 66 0,37-97 0,-1-1 0,1-1 0,-1 1 0,-1-1 0,0 1 0,0-2 0,0 1 0,-1-1 0,0 0 0,-1 0 0,0-1 0,0 0 0,0 0 0,0-1 0,-1 0 0,0 0 0,-14 4 0,17-7 0,-1-1 0,0 0 0,1 0 0,-1-1 0,0 1 0,0-1 0,1-1 0,-1 0 0,0 0 0,1 0 0,-1 0 0,0-1 0,1 0 0,0-1 0,-1 0 0,1 0 0,0 0 0,1 0 0,-1-1 0,0 0 0,1 0 0,0-1 0,0 1 0,0-1 0,-5-7 0,4 4 0,0-1 0,0 1 0,1-1 0,0 0 0,1 0 0,0 0 0,0 0 0,1-1 0,0 0 0,0 0 0,1 0 0,1 0 0,0 0 0,0 0 0,1 0 0,1-14 0,3 4 0,1 0 0,1 0 0,1 1 0,0 0 0,1 1 0,2-1 0,-1 2 0,2-1 0,1 1 0,0 1 0,19-20 0,21-18 0,99-80 0,-131 118 0,15-14 0,226-197 0,-218 184 0,-2-1 0,-1-2 0,55-84 0,-82 108 0,-1 0 0,-1-1 0,-1 0 0,-1-1 0,8-33 0,-15 47 0,0 0 0,0 0 0,0 0 0,-2 0 0,1 0 0,-1 0 0,0 0 0,-1 0 0,-1 0 0,1 0 0,-1 1 0,-1-1 0,0 0 0,0 1 0,-1 0 0,-6-12 0,9 20 0,0 0 0,1-1 0,-1 1 0,0 0 0,0 0 0,0 0 0,0 0 0,0 0 0,0 0 0,0 0 0,0 0 0,0 0 0,0 1 0,-1-1 0,1 0 0,0 1 0,-1-1 0,1 1 0,0-1 0,-1 1 0,1 0 0,-1 0 0,1-1 0,0 1 0,-1 0 0,-2 1 0,1-1 0,0 1 0,0 1 0,1-1 0,-1 0 0,0 1 0,1-1 0,-1 1 0,1 0 0,0 0 0,-1 0 0,1 0 0,-2 3 0,-6 7 0,1 1 0,0 0 0,-13 27 0,-4 15 0,-25 78 0,42-104 0,1 1 0,2-1 0,1 1 0,-2 53 0,7-75 0,0 0 0,0 0 0,1 0 0,0 0 0,1 0 0,0-1 0,0 1 0,1 0 0,0-1 0,5 11 0,-5-14 0,-1-1 0,0 0 0,1 0 0,-1 0 0,1 0 0,0-1 0,0 1 0,0-1 0,0 1 0,0-1 0,0 0 0,1 0 0,-1-1 0,1 1 0,0-1 0,-1 1 0,1-1 0,0 0 0,0-1 0,0 1 0,-1-1 0,1 1 0,6-2 0,3 0 0,1 0 0,0-2 0,-1 1 0,0-2 0,1 0 0,-1 0 0,0-2 0,-1 1 0,0-1 0,0-1 0,0-1 0,0 1 0,-1-2 0,-1 1 0,1-2 0,-2 1 0,16-20 0,-22 24 0,0 0 0,0-1 0,-1 1 0,0-1 0,0 0 0,1-6 0,-2 10 0,-1 0 0,1 0 0,-1 0 0,1 0 0,-1 0 0,0 0 0,0 0 0,0 0 0,0 0 0,-1 0 0,1 0 0,0 0 0,-1 0 0,1 0 0,-1 0 0,0 0 0,0 0 0,0 0 0,0 1 0,0-1 0,-1-2 0,2 4 0,-1 0 0,1 0 0,0 0 0,0 0 0,0 0 0,0 0 0,-1-1 0,1 1 0,0 0 0,0 0 0,0 0 0,-1 0 0,1 0 0,0 0 0,0 0 0,0 0 0,-1 0 0,1 0 0,0 0 0,0 0 0,0 0 0,-1 0 0,1 1 0,0-1 0,0 0 0,0 0 0,0 0 0,-1 0 0,1 0 0,0 0 0,0 0 0,0 0 0,0 1 0,-1-1 0,1 0 0,0 0 0,0 0 0,0 0 0,0 1 0,0-1 0,0 0 0,0 0 0,0 0 0,0 0 0,-1 1 0,-4 14 0,0 16 0,4-22 0,1-1 0,0 1 0,0 0 0,1 0 0,0 0 0,1-1 0,-1 1 0,2 0 0,-1-1 0,1 0 0,6 12 0,-7-17 0,0 0 0,0 0 0,0 0 0,1 0 0,-1 0 0,1-1 0,-1 1 0,1-1 0,0 0 0,0 0 0,0 0 0,1 0 0,-1 0 0,0-1 0,1 1 0,-1-1 0,1 0 0,-1 0 0,1 0 0,-1-1 0,1 1 0,0-1 0,-1 0 0,1 0 0,0 0 0,0 0 0,-1-1 0,1 0 0,-1 1 0,4-3 0,6-1 0,-1-1 0,0-1 0,0 0 0,0-1 0,-1 0 0,0 0 0,-1-1 0,0-1 0,0 0 0,-1 0 0,0-1 0,0 0 0,14-22 0,-180 647 0,0 0 0,153-602 0,-35 89 0,35-91 0,-2 0 0,0-1 0,0 0 0,0 0 0,-1 0 0,-16 15 0,22-23 0,-1-1 0,1 1 0,0-1 0,-1 0 0,1 0 0,-1 0 0,0 1 0,1-2 0,-1 1 0,0 0 0,1 0 0,-1 0 0,0-1 0,0 1 0,0-1 0,0 1 0,0-1 0,0 0 0,1 0 0,-1 0 0,0 0 0,0 0 0,0 0 0,-3-1 0,2-1 0,1 1 0,0-1 0,0 1 0,-1-1 0,1 0 0,0 0 0,1 0 0,-1 0 0,0 0 0,0 0 0,1 0 0,0-1 0,-1 1 0,1-1 0,-1-2 0,-3-9 0,1 0 0,0 0 0,1 0 0,0 0 0,0-20 0,3-3 0,2-1 0,1 1 0,2 0 0,2 0 0,1 0 0,2 1 0,2 0 0,1 1 0,1 0 0,3 2 0,0-1 0,2 2 0,1 0 0,48-55 0,-36 56-170,0 2-1,2 1 0,1 2 1,2 2-1,0 1 0,1 1 1,65-25-1,-70 33-6655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04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16 24575,'0'-4'0,"-4"-2"0,-6 1 0,-1 5 0,-3 6 0,1 8 0,7 5 0,8-1 0,5-7 0,-4-11 0,-2-8 0,-6-4 0,-1 0-8191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05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27 24575,'-147'21'0,"120"-18"0,1146-53-1365,-1046 50-5461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05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0 24575,'-17'5'0,"-24"5"0,-17 1 0,-7 3 0,3-1 0,7-2 0,22-4 0,25-2 0,28-7 0,26-3 0,24 0 0,16-5 0,12 1 0,-11 1-8191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0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24575,'-4'59'0,"-2"-1"0,-24 105 0,-3 12 0,32-168-227,0 0-1,1 0 1,0 0-1,0-1 1,2 11-1,3 0-6598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0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1 24575,'-6'0'0,"0"1"0,0 0 0,0 0 0,1 1 0,-1-1 0,1 1 0,-1 1 0,1-1 0,-1 1 0,1 0 0,0 0 0,0 0 0,1 1 0,-1 0 0,1 0 0,0 0 0,0 0 0,0 1 0,0-1 0,-4 9 0,-4 6 0,1 1 0,1 0 0,1 1 0,-7 21 0,-4 12 0,3 1 0,2 1 0,2 0 0,3 0 0,2 2 0,1 65 0,7-114 0,0 1 0,1 0 0,0 0 0,1-1 0,0 1 0,1-1 0,0 1 0,0-1 0,9 16 0,-10-21 0,1 0 0,-1 0 0,1-1 0,0 1 0,1-1 0,-1 0 0,1 0 0,-1 0 0,1 0 0,0 0 0,0-1 0,0 0 0,0 0 0,1 0 0,-1 0 0,0-1 0,1 1 0,-1-1 0,1 0 0,0-1 0,-1 1 0,8-1 0,5-1 0,1 0 0,0-2 0,-1 0 0,1-1 0,-1-1 0,0 0 0,-1-1 0,1-1 0,-1-1 0,19-12 0,-4 1 0,0-2 0,-1-1 0,52-51 0,-65 54 0,0 0 0,-2-1 0,0-1 0,-1-1 0,-1 0 0,-1 0 0,-1-1 0,-1-1 0,13-45 0,-20 59 0,-1-1 0,-1 0 0,0 0 0,0 1 0,-1-1 0,0 0 0,-1 0 0,0 0 0,-1 0 0,0 1 0,-4-13 0,3 15 0,-1 1 0,0-1 0,0 1 0,-1 0 0,1 0 0,-1 0 0,-1 1 0,0 0 0,0 0 0,0 0 0,0 1 0,-1-1 0,0 2 0,0-1 0,0 1 0,-9-4 0,-6 0-136,1 1-1,-1 1 1,0 1-1,0 1 1,-1 1-1,1 1 1,-1 1-1,1 1 0,-34 4 1,-9 2-6690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1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532 260 24575,'6'-2'0,"0"1"0,0-1 0,0 0 0,0-1 0,0 1 0,0-1 0,7-5 0,8-3 0,8-2 0,1 2 0,1 0 0,0 3 0,0 0 0,0 2 0,1 1 0,38 0 0,-64 5 0,-1 0 0,0 0 0,0 1 0,0 0 0,0 0 0,1 0 0,-1 0 0,-1 1 0,1 0 0,7 4 0,-10-5 0,-1 0 0,0 0 0,0 0 0,1 0 0,-1 0 0,0 0 0,0 1 0,0-1 0,0 0 0,-1 1 0,1-1 0,0 1 0,-1-1 0,1 1 0,-1-1 0,1 1 0,-1 0 0,1-1 0,-1 1 0,0-1 0,0 1 0,0 0 0,0-1 0,0 1 0,0 0 0,-1-1 0,1 1 0,-1-1 0,1 1 0,-1-1 0,1 1 0,-1-1 0,0 1 0,1-1 0,-1 1 0,0-1 0,-2 3 0,-6 9 0,-1-1 0,1 1 0,-2-2 0,0 1 0,-20 16 0,-73 47 0,42-32 0,44-30 0,13-11 0,0 1 0,1 0 0,-1 1 0,1-1 0,0 1 0,0 0 0,0 0 0,0 0 0,-5 9 0,8-12 0,1-1 0,0 0 0,0 1 0,0-1 0,0 1 0,-1-1 0,1 0 0,0 1 0,0-1 0,0 1 0,0-1 0,0 1 0,0-1 0,0 0 0,0 1 0,0-1 0,0 1 0,1-1 0,-1 0 0,0 1 0,0-1 0,0 1 0,0-1 0,1 0 0,-1 1 0,0-1 0,0 0 0,1 1 0,-1-1 0,0 0 0,0 1 0,1-1 0,-1 0 0,0 0 0,1 1 0,-1-1 0,1 0 0,21 5 0,23-6 0,3-5 0,-1-3 0,0-1 0,-1-2 0,0-3 0,-1-1 0,83-44 0,-118 55 0,-1-1 0,0-1 0,0 0 0,-1 0 0,0 0 0,0-1 0,0-1 0,-1 1 0,-1-1 0,7-11 0,-10 15 0,-1 1 0,0-1 0,0 1 0,-1-1 0,0 0 0,1 1 0,-1-1 0,-1 0 0,1 0 0,-1 0 0,0 0 0,0 0 0,0 0 0,-1 1 0,0-1 0,0 0 0,0 0 0,0 0 0,-1 1 0,0-1 0,0 1 0,0-1 0,0 1 0,-1 0 0,-3-5 0,-4-3 0,0 0 0,0 1 0,-2 0 0,1 0 0,-1 1 0,-1 0 0,0 2 0,0-1 0,-21-9 0,12 8 0,-1 2 0,0 0 0,0 1 0,-1 1 0,-39-4 0,25 7 0,-1 2 0,1 1 0,0 2 0,0 2 0,1 1 0,-1 2 0,-62 20 0,64-14 0,1 2 0,0 2 0,0 1 0,2 1 0,0 2 0,2 1 0,0 2 0,-29 30 0,39-33 0,0 1 0,2 0 0,1 2 0,0 0 0,2 1 0,1 1 0,1 1 0,1 0 0,2 0 0,0 1 0,-6 31 0,14-48 0,1-1 0,1 1 0,-1 0 0,2-1 0,0 1 0,0 0 0,1 0 0,0-1 0,0 1 0,1 0 0,1-1 0,0 1 0,7 15 0,-5-18 0,-1 0 0,1 0 0,1-1 0,-1 0 0,1 0 0,0-1 0,1 1 0,-1-1 0,1-1 0,1 1 0,-1-1 0,1-1 0,0 1 0,0-1 0,0 0 0,16 4 0,7 0 0,0 0 0,0-3 0,1 0 0,0-2 0,0-2 0,51-3 0,-24-4 0,0-2 0,94-25 0,-90 14 0,0-2 0,96-46 0,-131 53 0,-2-1 0,0-1 0,-1-1 0,0-1 0,-2-1 0,0-1 0,38-45 0,-54 57 0,-1-1 0,-1 1 0,1-1 0,-1 0 0,-1 0 0,0-1 0,0 1 0,-1-1 0,0 0 0,-1 0 0,0 0 0,2-19 0,-5 20 0,1 1 0,-1 0 0,0 0 0,-1-1 0,0 1 0,0 0 0,-1 1 0,0-1 0,0 0 0,-1 1 0,0-1 0,0 1 0,-1 0 0,0 1 0,0-1 0,-8-7 0,-9-6 10,-1 2 0,0 0 0,-1 2 0,-1 0 0,0 2 0,-2 1 0,1 0 0,-1 2 0,-1 2 0,0 0 0,-39-6 0,-27-2-505,-1 5 0,-105 0 0,99 9-6331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2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12 24575,'0'0'0,"0"-1"0,0 1 0,0-1 0,-1 1 0,1-1 0,0 1 0,0-1 0,0 1 0,0 0 0,0-1 0,-1 1 0,1-1 0,0 1 0,0-1 0,-1 1 0,1 0 0,0-1 0,-1 1 0,1 0 0,0-1 0,-1 1 0,1 0 0,-1 0 0,1-1 0,0 1 0,-1 0 0,1 0 0,-1-1 0,1 1 0,-1 0 0,1 0 0,-1 0 0,1 0 0,-1 0 0,1 0 0,0 0 0,-1 0 0,1 0 0,-1 0 0,1 0 0,-1 0 0,1 0 0,-1 0 0,1 1 0,-1-1 0,1 0 0,-1 0 0,1 0 0,0 1 0,-1-1 0,1 0 0,-1 0 0,0 1 0,-25 15 0,4 5 0,1 1 0,1 0 0,0 2 0,2 0 0,-26 46 0,7-12 0,-51 80 0,74-114 0,2 0 0,1 1 0,1 0 0,-7 26 0,15-31 0,14-35 0,14-35 0,-5 4 0,2 2 0,2 0 0,2 2 0,2 1 0,36-41 0,-63 80 0,0-1 0,1 1 0,-1 0 0,0 0 0,1 0 0,-1 0 0,1 0 0,-1 0 0,1 1 0,0-1 0,0 1 0,0 0 0,0 0 0,0 0 0,0 0 0,0 0 0,0 1 0,0-1 0,0 1 0,6 0 0,-6 1 0,1 1 0,-1-1 0,0 1 0,1-1 0,-1 1 0,0 0 0,0 0 0,0 1 0,-1-1 0,1 0 0,0 1 0,-1 0 0,0 0 0,0-1 0,0 1 0,0 1 0,3 4 0,84 177 132,-13-26-1629,-54-119-5329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3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82 24575,'-9'0'0,"-7"0"0,-5 0 0,-3-4 0,6-2 0,16-3 0,16-2 0,19-2 0,16 1 0,18-2 0,-3 2-8191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3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18 681 24575,'-18'21'0,"35"-29"0,35-32 0,-47 35 0,43-35 0,-1-3 0,56-65 0,-90 92 0,-2 1 0,0-2 0,0 0 0,-2 0 0,0 0 0,-1-1 0,-1-1 0,-1 1 0,0-1 0,-1 0 0,-1 0 0,1-21 0,-3 19 0,-2 0 0,0 0 0,-5-31 0,5 47 0,0 1 0,-1-1 0,0 0 0,0 1 0,-1-1 0,1 1 0,-1 0 0,0-1 0,0 1 0,0 0 0,-1 0 0,0 0 0,1 0 0,-1 1 0,-1-1 0,1 1 0,0-1 0,-1 1 0,0 0 0,1 1 0,-9-5 0,9 6 0,0 1 0,0-1 0,1 1 0,-1 0 0,0 0 0,0 0 0,0 1 0,0-1 0,0 0 0,0 1 0,1 0 0,-1 0 0,0 0 0,0 0 0,1 0 0,-1 1 0,1-1 0,-1 1 0,1-1 0,0 1 0,0 0 0,-1 0 0,1 0 0,1 0 0,-1 1 0,0-1 0,0 0 0,1 1 0,-2 2 0,-7 10 0,1 1 0,1 0 0,-8 20 0,-5 14 0,-25 103 0,41-129 0,1-1 0,0 1 0,2 0 0,1 0 0,1 0 0,6 45 0,-5-64 0,0 0 0,0 0 0,0 0 0,1 0 0,0 0 0,0 0 0,0 0 0,0 0 0,1-1 0,0 1 0,0-1 0,0 0 0,1 0 0,-1 0 0,1 0 0,0-1 0,6 5 0,-6-6 0,1 0 0,-1 0 0,0 0 0,0-1 0,1 0 0,-1 0 0,1 0 0,-1 0 0,1-1 0,0 1 0,-1-1 0,1 0 0,-1-1 0,1 1 0,0-1 0,-1 0 0,1 0 0,-1-1 0,0 1 0,6-3 0,19-10 0,0-1 0,-2-2 0,1 0 0,-2-2 0,0-1 0,-2-1 0,0-1 0,-1-1 0,-2-1 0,34-49 0,-53 72 0,-1-1 0,0 1 0,0-1 0,0 0 0,0 1 0,0-1 0,-1 0 0,1 0 0,0 0 0,-1 0 0,1 0 0,-1 0 0,0 0 0,0 0 0,0 0 0,0-3 0,0 4 0,-1 0 0,1 0 0,0 0 0,-1 1 0,1-1 0,-1 0 0,0 0 0,1 1 0,-1-1 0,1 1 0,-1-1 0,0 0 0,0 1 0,1-1 0,-1 1 0,0 0 0,0-1 0,0 1 0,1-1 0,-1 1 0,0 0 0,0 0 0,0 0 0,0-1 0,-1 1 0,-2 0 0,0 0 0,0 0 0,0 1 0,0-1 0,0 1 0,0 0 0,1 0 0,-1 0 0,0 0 0,0 1 0,1-1 0,-1 1 0,1 0 0,-1 0 0,-3 3 0,5-3 0,-1 0 0,1 0 0,0 1 0,-1-1 0,1 0 0,0 1 0,0 0 0,1-1 0,-1 1 0,1 0 0,-1 0 0,1 0 0,0 0 0,0 0 0,0 0 0,0 0 0,1 0 0,-1 0 0,1 0 0,0 1 0,0-1 0,0 0 0,0 0 0,1 0 0,-1 1 0,1-1 0,0 0 0,-1 0 0,2 0 0,-1 0 0,0 0 0,0 0 0,3 2 0,2 4 0,0 0 0,1 0 0,0-1 0,1 0 0,-1-1 0,2 0 0,-1 0 0,15 9 0,-21-16 0,-1 1 0,1 0 0,0 0 0,-1 0 0,1 0 0,-1 0 0,1 0 0,-1 0 0,1 1 0,-1-1 0,0 0 0,0 1 0,0-1 0,0 1 0,0 0 0,0-1 0,0 1 0,0 0 0,0-1 0,-1 1 0,1 0 0,-1 0 0,1 0 0,-1-1 0,0 1 0,0 0 0,0 0 0,0 0 0,0 3 0,-2-2 0,0 1 0,0-1 0,0 0 0,0 0 0,-1 0 0,1 0 0,-1 0 0,0-1 0,0 1 0,0-1 0,0 0 0,0 0 0,0 0 0,-4 2 0,-20 9-455,0 0 0,-44 13 0,59-22-6371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4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24575,'-1'3'0,"1"0"0,-1 0 0,0-1 0,0 1 0,0 0 0,0-1 0,0 1 0,-1 0 0,1-1 0,-1 0 0,1 1 0,-4 2 0,-6 12 0,9-12 0,-1 0 0,1 0 0,0 0 0,0 1 0,0-1 0,1 1 0,0-1 0,0 1 0,0-1 0,1 1 0,-1 0 0,1-1 0,1 1 0,-1 0 0,1-1 0,3 12 0,-2-13 0,0 0 0,0 0 0,1 0 0,0 0 0,0 0 0,0 0 0,0-1 0,0 0 0,1 1 0,-1-1 0,1 0 0,0-1 0,0 1 0,0-1 0,0 1 0,0-1 0,1-1 0,-1 1 0,0-1 0,8 2 0,-3-1 0,0 0 0,0-1 0,0-1 0,1 0 0,-1 0 0,12-2 0,-18 2 0,-1 0 0,0 0 0,1 0 0,-1-1 0,0 1 0,1-1 0,-1 1 0,0-1 0,0 0 0,0 0 0,0 0 0,0 0 0,0 0 0,0-1 0,0 1 0,0 0 0,0-1 0,-1 0 0,1 1 0,0-1 0,-1 0 0,0 0 0,1 0 0,-1 0 0,0 0 0,0 0 0,0 0 0,0 0 0,-1 0 0,2-3 0,-3 3 4,1 0-1,0-1 1,-1 1 0,1 0-1,-1 0 1,0 0 0,0 0-1,0 0 1,0-1-1,0 2 1,0-1 0,0 0-1,-1 0 1,1 0-1,-1 1 1,1-1 0,-1 0-1,0 1 1,0 0-1,0-1 1,-3-1 0,-50-24-615,43 22-223,-17-7-5992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6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11 24575,'-1'-1'0,"0"0"0,1 0 0,-1 1 0,0-1 0,0 0 0,0 0 0,0 1 0,0-1 0,1 1 0,-1-1 0,0 1 0,0-1 0,-1 1 0,1 0 0,0-1 0,0 1 0,0 0 0,0 0 0,0 0 0,0 0 0,0 0 0,0 0 0,0 0 0,0 0 0,-1 0 0,1 1 0,-1-1 0,0 2 0,-1-1 0,1 1 0,0-1 0,0 1 0,0 0 0,0-1 0,1 1 0,-1 0 0,0 0 0,1 1 0,-2 2 0,-4 8 0,1 0 0,0 1 0,-4 16 0,9-29 0,-18 58 0,5-23 0,3 1 0,1 1 0,-5 38 0,14-70-195,1-1 0,-1 1 0,2-1 0,-1 1 0,0-1 0,3 7 0,2 4-6631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6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79 24575,'-4'-5'0,"-6"0"0,3-5 0,8 0 0,7 1 0,11-2 0,11 2 0,14 1 0,7 2 0,8 3 0,8 1 0,0 2 0,-2 0 0,-12 0-8191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6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0 24575,'-9'4'0,"-15"11"0,-13 6 0,-4 0 0,0 1 0,3-4 0,13-4 0,14-5 0,18-9 0,21-7 0,18-8 0,2-2-8191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7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 24575,'-3'0'0,"1"0"0,0 1 0,0-1 0,0 1 0,-1 0 0,1 0 0,0-1 0,0 1 0,0 1 0,0-1 0,0 0 0,0 0 0,1 1 0,-1-1 0,0 1 0,1 0 0,-1-1 0,1 1 0,-1 0 0,1 0 0,0 0 0,0 0 0,0 0 0,0 0 0,0 0 0,0 0 0,1 0 0,-1 1 0,1-1 0,-1 0 0,1 4 0,-3 11 0,2-1 0,0 1 0,2 20 0,-1-26 0,13 203 0,1 35 0,-15-206 0,0-25 0,0-1 0,2 0 0,0 0 0,4 20 0,-5-37 0,0 1 0,0-1 0,0 1 0,0-1 0,0 1 0,0-1 0,0 1 0,0-1 0,0 1 0,1-1 0,-1 1 0,0-1 0,0 1 0,0-1 0,1 1 0,-1-1 0,0 1 0,1-1 0,-1 1 0,0-1 0,1 0 0,-1 1 0,0-1 0,1 0 0,-1 1 0,1-1 0,-1 0 0,1 0 0,0 1 0,5-14 0,0-28 0,-6 29 0,0 1 0,-1-1 0,0 1 0,-1-1 0,0 1 0,-1-1 0,0 1 0,-1 0 0,-1 0 0,1 1 0,-2-1 0,1 1 0,-1 0 0,-1 0 0,-10-11 0,-8-7 0,-1 2 0,-1 1 0,-47-33 0,72 57 0,1 0 0,0 0 0,-1 0 0,1-1 0,0 1 0,-1 0 0,1 0 0,0-1 0,0 1 0,0-1 0,0 1 0,-1-4 0,2 4 0,0 1 0,0-1 0,0 1 0,0-1 0,0 0 0,0 1 0,0-1 0,0 1 0,0-1 0,0 0 0,1 1 0,-1-1 0,0 1 0,0-1 0,0 1 0,1-1 0,-1 1 0,0-1 0,1 1 0,-1-1 0,1 1 0,-1-1 0,0 1 0,2-1 0,3-3 0,0 2 0,0-1 0,1 0 0,-1 1 0,1 0 0,7-1 0,0-1 0,106-33-1365,-54 19-5461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8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33 24575,'0'-2'0,"0"1"0,-1 0 0,1-1 0,0 1 0,-1 0 0,0-1 0,1 1 0,-1 0 0,0-1 0,1 1 0,-1 0 0,0 0 0,0 0 0,0 0 0,0 0 0,0 0 0,0 0 0,-1 0 0,1 0 0,0 1 0,0-1 0,-1 0 0,1 1 0,0-1 0,-1 1 0,-2-1 0,1 0 0,1 0 0,-1 0 0,0 1 0,0-1 0,0 1 0,0 0 0,0 0 0,0 0 0,0 0 0,0 0 0,0 1 0,-3 0 0,1 2 0,1-1 0,0 1 0,0-1 0,1 1 0,-1 1 0,1-1 0,-1 0 0,1 1 0,0 0 0,0-1 0,1 1 0,-4 6 0,-27 57 0,24-47 0,-9 19 0,2 0 0,1 2 0,2-1 0,-11 57 0,23-92 0,1-1 0,-1 1 0,1 0 0,0-1 0,1 1 0,-1-1 0,1 1 0,-1-1 0,2 1 0,-1-1 0,0 1 0,1-1 0,0 0 0,2 5 0,-3-7 0,1-1 0,-1 0 0,0 1 0,1-1 0,-1 0 0,1 0 0,-1 0 0,1 0 0,0 0 0,-1 0 0,1 0 0,0-1 0,0 1 0,0 0 0,0-1 0,-1 0 0,1 1 0,0-1 0,0 0 0,0 0 0,0 0 0,0 0 0,0 0 0,0-1 0,-1 1 0,1-1 0,0 1 0,0-1 0,0 1 0,-1-1 0,1 0 0,0 0 0,-1 0 0,1 0 0,2-3 0,9-4 0,-1-1 0,-1 0 0,0-1 0,0 0 0,-1-1 0,11-14 0,48-76 0,-54 75 0,15-17 0,-31 43 0,1 0 0,0 0 0,0 1 0,0-1 0,1 0 0,-1 1 0,0-1 0,0 0 0,0 1 0,0-1 0,0 0 0,0 1 0,0-1 0,0 0 0,1 0 0,-1 1 0,0-1 0,0 0 0,0 0 0,1 1 0,-1-1 0,0 0 0,0 0 0,0 1 0,1-1 0,-1 0 0,0 0 0,1 0 0,-1 0 0,0 0 0,0 1 0,1-1 0,-1 0 0,0 0 0,1 0 0,-1 0 0,0 0 0,1 0 0,-1 0 0,0 0 0,1 0 0,-1 0 0,0 0 0,1 0 0,-1 0 0,0 0 0,0-1 0,1 1 0,-1 0 0,0 0 0,1 0 0,-1 0 0,0 0 0,0-1 0,1 1 0,-1 0 0,0 0 0,0-1 0,0 1 0,1 0 0,-1-1 0,-4 31 0,4-29 0,-6 32 0,1 1 0,1 0 0,1 49 0,3-81 0,0 0 0,0 0 0,0 0 0,0 0 0,0 0 0,1 0 0,-1 0 0,0 0 0,1 0 0,0 0 0,-1 0 0,1-1 0,0 1 0,0 0 0,0 0 0,0-1 0,0 1 0,0-1 0,1 1 0,-1-1 0,0 1 0,1-1 0,-1 0 0,1 0 0,0 0 0,-1 1 0,1-2 0,0 1 0,0 0 0,-1 0 0,1 0 0,0-1 0,0 1 0,0-1 0,0 0 0,0 0 0,0 1 0,0-1 0,0 0 0,0 0 0,0-1 0,0 1 0,0 0 0,0-1 0,0 1 0,2-2 0,6-1 0,0-1 0,0 0 0,0 0 0,-1-1 0,0-1 0,0 1 0,11-10 0,22-24 0,-30 27 0,0 1 0,22-17 0,-33 27 0,-1 1 0,1-1 0,0 1 0,0 0 0,0-1 0,-1 1 0,1 0 0,0-1 0,0 1 0,0 0 0,0 0 0,0 0 0,0 0 0,-1 0 0,1 0 0,0 0 0,0 0 0,0 0 0,0 0 0,0 0 0,0 1 0,-1-1 0,1 0 0,0 1 0,0-1 0,0 0 0,-1 1 0,1-1 0,0 1 0,0-1 0,-1 1 0,1 0 0,-1-1 0,1 1 0,0 0 0,-1-1 0,1 3 0,19 37 0,-10-16 0,-8-21 0,-1 0 0,1 0 0,0 0 0,0-1 0,0 1 0,1 0 0,-1-1 0,1 0 0,-1 1 0,1-1 0,0 0 0,0-1 0,0 1 0,0 0 0,0-1 0,0 0 0,0 1 0,1-1 0,-1-1 0,0 1 0,1 0 0,-1-1 0,0 1 0,1-1 0,-1 0 0,1 0 0,-1-1 0,0 1 0,1-1 0,-1 0 0,0 1 0,1-1 0,-1-1 0,0 1 0,0 0 0,0-1 0,0 0 0,0 0 0,4-3 0,4-2 0,0-1 0,-1-1 0,0 0 0,-1 0 0,0-1 0,0-1 0,-1 1 0,13-23 0,-17 28 0,-1-1 0,0 0 0,0 0 0,0 0 0,-1 0 0,0-1 0,0 1 0,0-1 0,-1 1 0,0-1 0,-1 0 0,1 1 0,-2-12 0,1 17 0,-1 0 0,1 1 0,0-1 0,-1 0 0,1 0 0,-1 1 0,1-1 0,-1 0 0,1 0 0,-1 1 0,1-1 0,-1 1 0,0-1 0,0 1 0,1-1 0,-1 1 0,0-1 0,0 1 0,1 0 0,-1-1 0,0 1 0,0 0 0,0 0 0,1-1 0,-1 1 0,0 0 0,0 0 0,0 0 0,0 0 0,0 0 0,0 0 0,1 0 0,-1 1 0,0-1 0,0 0 0,0 0 0,0 1 0,1-1 0,-1 0 0,0 1 0,0-1 0,1 1 0,-2 0 0,-34 23 0,36-24 0,-8 8 0,-1-1 0,2 2 0,-1-1 0,1 1 0,0 0 0,1 1 0,0-1 0,-8 19 0,12-25 0,1 0 0,0-1 0,0 1 0,0 0 0,0 0 0,0 0 0,1-1 0,-1 1 0,1 0 0,0 0 0,0 0 0,0 0 0,0 0 0,1 0 0,-1 0 0,1 0 0,-1 0 0,1-1 0,0 1 0,0 0 0,1 0 0,-1-1 0,0 1 0,1-1 0,0 1 0,-1-1 0,1 0 0,0 0 0,0 1 0,0-1 0,1-1 0,-1 1 0,0 0 0,1 0 0,-1-1 0,1 0 0,0 1 0,5 1 0,9 2-202,0-1 0,0 0-1,1-2 1,0 0 0,30 0 0,-45-2 50,45 0-6674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8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21 24575,'-13'0'0,"-13"0"0,-15 4 0,-4 2 0,0 0 0,4-2 0,9-5 0,18-3 0,17-1 0,15 1 0,19-3 0,15-1 0,16 1 0,-3 2-8191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8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4 24575,'-14'-2'0,"13"2"0,0-1 0,-1 1 0,1 0 0,0 0 0,0 0 0,0 0 0,0-1 0,0 2 0,-1-1 0,1 0 0,0 0 0,0 0 0,0 0 0,0 1 0,0-1 0,0 1 0,0-1 0,0 1 0,0-1 0,0 1 0,0-1 0,0 1 0,0 0 0,0-1 0,0 1 0,0 0 0,1 0 0,-1 0 0,0 0 0,1 0 0,-2 1 0,-5 9 0,1 1 0,0-1 0,0 1 0,1 0 0,1 1 0,0-1 0,1 1 0,-3 14 0,-6 112 0,5-43 0,4-57-1,-7 34-1363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8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40 412 24575,'0'-57'0,"-2"-1"0,-2 1 0,-3 0 0,-15-58 0,21 113 0,0-1 0,0 0 0,1 0 0,-1 0 0,1 0 0,0 0 0,-1 0 0,1 0 0,1 0 0,-1 0 0,0 0 0,1 0 0,-1 0 0,3-4 0,-2 5 0,0 1 0,0-1 0,1 1 0,-1 0 0,1-1 0,-1 1 0,1 0 0,0 0 0,-1 0 0,1 0 0,0 0 0,0 0 0,-1 1 0,1-1 0,0 0 0,0 1 0,0 0 0,0-1 0,0 1 0,0 0 0,0 0 0,0 0 0,3 1 0,28 0 52,48 9 0,-16-1-1521,-17-4-5357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19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0 24575,'-24'7'0,"-1"-1"0,0-1 0,0-1 0,-51 0 0,156-5 0,-19-2 0,108 11 0,-168-8 0,1 0 0,0 0 0,0 0 0,0 0 0,-1 0 0,1 1 0,0-1 0,0 0 0,-1 1 0,1 0 0,0-1 0,-1 1 0,1 0 0,-1 0 0,1 0 0,-1 0 0,3 2 0,-4-2 0,-1 0 0,0 0 0,0 0 0,0-1 0,0 1 0,0 0 0,0 0 0,0-1 0,0 1 0,0 0 0,0-1 0,0 1 0,-1-1 0,1 0 0,0 1 0,0-1 0,-3 0 0,-70 15 0,-53-5 0,143-9-66,0 1-1,31 6 1,-26-4-1100,3 1-5660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2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77 24575,'0'-3'0,"-1"0"0,1 1 0,-1-1 0,0 0 0,0 1 0,0-1 0,-1 1 0,1-1 0,-1 1 0,1 0 0,-1-1 0,0 1 0,1 0 0,-1 0 0,0 0 0,-1 1 0,1-1 0,-4-2 0,1 0 0,-1 0 0,0 1 0,0 0 0,0 0 0,-1 0 0,-9-2 0,2 3 0,1 0 0,-1 1 0,0 1 0,0 0 0,0 1 0,1 1 0,-1 0 0,0 0 0,1 2 0,0 0 0,-14 5 0,4 0 0,1 2 0,0 0 0,1 1 0,0 1 0,-26 21 0,39-27 0,1-1 0,-1 1 0,1 0 0,1 1 0,-1 0 0,1 0 0,1 0 0,0 1 0,-6 12 0,9-17 0,1 0 0,0-1 0,0 1 0,0 0 0,1 0 0,-1 0 0,1-1 0,0 1 0,0 0 0,0 0 0,1 0 0,-1 0 0,1-1 0,0 1 0,0 0 0,0-1 0,1 1 0,-1 0 0,1-1 0,0 0 0,0 1 0,0-1 0,0 0 0,1 0 0,-1 0 0,1 0 0,3 2 0,4 3 9,0 0 1,1-1-1,0 0 0,0-1 0,0 0 1,1-1-1,0 0 0,0-1 0,0 0 0,1-1 1,-1 0-1,21 1 0,7-1-504,0-1 0,66-8 0,-50 1-6331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22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380 239 24575,'0'-2'0,"0"-1"0,-1 1 0,0 0 0,1 0 0,-1 0 0,0 1 0,0-1 0,0 0 0,0 0 0,-1 0 0,1 1 0,0-1 0,-1 0 0,1 1 0,-1 0 0,1-1 0,-1 1 0,0 0 0,0 0 0,1 0 0,-1 0 0,0 0 0,0 0 0,0 0 0,0 1 0,-4-2 0,-3 0 0,0-1 0,0 2 0,0-1 0,-17 0 0,10 3 0,1 1 0,-1 0 0,1 1 0,-1 0 0,1 2 0,0 0 0,-20 9 0,24-9 0,0 0 0,1 1 0,-1 0 0,1 1 0,1 0 0,0 1 0,0-1 0,0 2 0,1-1 0,-10 14 0,15-19 0,1 0 0,0 0 0,0 0 0,1 0 0,-1 1 0,1-1 0,-1 0 0,1 1 0,0-1 0,0 1 0,1-1 0,-1 1 0,1-1 0,0 1 0,0 0 0,0-1 0,0 1 0,0 0 0,1-1 0,0 1 0,0-1 0,0 1 0,0-1 0,0 0 0,1 1 0,-1-1 0,1 0 0,0 0 0,0 0 0,0 0 0,0 0 0,1 0 0,-1-1 0,1 1 0,4 3 0,-2-3 0,1 1 0,0-1 0,-1 0 0,1 0 0,0-1 0,0 1 0,0-1 0,1-1 0,-1 1 0,0-1 0,1 0 0,-1-1 0,1 1 0,-1-1 0,1-1 0,-1 1 0,1-1 0,-1 0 0,8-2 0,-6 0 0,0 1 0,0-1 0,-1-1 0,1 1 0,-1-2 0,1 1 0,-1 0 0,0-1 0,-1-1 0,1 1 0,-1-1 0,0 0 0,-1 0 0,1-1 0,-1 0 0,-1 0 0,1 0 0,-1 0 0,0-1 0,-1 0 0,0 0 0,0 0 0,0 0 0,1-11 0,-4 24 0,-1 0 0,2 0 0,-1 0 0,0 0 0,1 0 0,0 0 0,0 0 0,1 0 0,-1 0 0,1-1 0,0 1 0,0 0 0,1-1 0,-1 0 0,1 1 0,0-1 0,0 0 0,1 0 0,-1-1 0,1 1 0,0-1 0,0 0 0,0 0 0,0 0 0,0 0 0,10 4 0,-9-4 0,1 0 0,0-1 0,1 1 0,-1-1 0,0-1 0,1 1 0,-1-1 0,1 0 0,-1 0 0,1-1 0,0 0 0,-1 0 0,1 0 0,0-1 0,-1 0 0,1-1 0,-1 1 0,0-1 0,1 0 0,-1-1 0,0 1 0,8-6 0,-1-2 0,-1 0 0,0-1 0,0 0 0,-1-1 0,0 0 0,-1 0 0,-1-2 0,0 1 0,12-24 0,-2-4 0,-2-1 0,14-52 0,-23 47 0,-8 47 0,0-1 0,0 1 0,0-1 0,0 1 0,0 0 0,0-1 0,0 1 0,0-1 0,0 1 0,0 0 0,0-1 0,0 1 0,0 0 0,0-1 0,0 1 0,0-1 0,-1 1 0,1 0 0,0-1 0,0 1 0,0 0 0,-1-1 0,1 1 0,0 0 0,0 0 0,-1-1 0,1 1 0,0 0 0,-1 0 0,1-1 0,0 1 0,-1 0 0,-17 17 0,9-3 0,1 0 0,0 0 0,1 0 0,1 1 0,-7 25 0,10-31 0,1 0 0,0 0 0,0 0 0,1 1 0,0-1 0,1 0 0,0 1 0,1-1 0,-1 0 0,2 1 0,2 9 0,-3-15 0,1 1 0,1 0 0,-1-1 0,0 1 0,1-1 0,0 0 0,0 0 0,1 0 0,-1 0 0,1-1 0,-1 0 0,1 1 0,0-1 0,0 0 0,9 4 0,-4-3 0,0-1 0,-1 1 0,2-2 0,-1 1 0,0-1 0,0-1 0,1 0 0,11 0 0,-7 0 0,1-2 0,-1 0 0,0-1 0,0 0 0,0-1 0,0 0 0,-1-2 0,1 1 0,-1-2 0,0 0 0,19-11 0,-25 11 0,0 0 0,0 0 0,0 0 0,-1-1 0,0 0 0,-1 0 0,0 0 0,0-1 0,0 1 0,-1-1 0,4-11 0,0-5 0,0 0 0,5-40 0,4-13 0,-16 74 0,0 1 0,-1-1 0,1 1 0,-1-1 0,1 0 0,-1 1 0,0-1 0,0 0 0,0 1 0,-1-1 0,1 1 0,-1-4 0,1 5 0,-1 1 0,1 0 0,0-1 0,0 1 0,-1 0 0,1-1 0,0 1 0,0 0 0,-1-1 0,1 1 0,0 0 0,-1 0 0,1 0 0,0-1 0,-1 1 0,1 0 0,0 0 0,-1 0 0,1 0 0,0-1 0,-1 1 0,1 0 0,-1 0 0,1 0 0,0 0 0,-1 0 0,1 0 0,-1 0 0,1 0 0,-20 11 0,13-4 0,0 1 0,1-1 0,1 1 0,-1 0 0,1 0 0,0 1 0,1-1 0,-4 11 0,0 1 0,1 0 0,-7 35 0,12-46 0,1 0 0,0 0 0,0 0 0,1 0 0,0 0 0,0 0 0,1 0 0,1 0 0,-1 0 0,6 16 0,-5-21 0,0 0 0,0 0 0,0 0 0,1 0 0,0-1 0,-1 1 0,1-1 0,1 1 0,-1-1 0,0 0 0,1 0 0,0 0 0,-1-1 0,1 0 0,0 1 0,0-1 0,0 0 0,1-1 0,-1 1 0,0-1 0,1 0 0,-1 0 0,6 0 0,42 2-1365,-29-3-5461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23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42 24575,'-12'-32'0,"12"31"0,0 1 0,-1-1 0,1 1 0,0 0 0,0-1 0,0 1 0,0-1 0,-1 1 0,1-1 0,0 1 0,-1 0 0,1-1 0,0 1 0,-1-1 0,1 1 0,0 0 0,-1 0 0,1-1 0,0 1 0,-1 0 0,1-1 0,-1 1 0,1 0 0,-1 0 0,1 0 0,-1 0 0,1-1 0,0 1 0,-1 0 0,1 0 0,-1 0 0,1 0 0,-1 0 0,1 0 0,-1 0 0,1 0 0,-1 1 0,1-1 0,-1 0 0,1 0 0,-1 0 0,1 0 0,-1 1 0,1-1 0,0 0 0,-1 0 0,1 1 0,-1-1 0,1 0 0,0 1 0,-1-1 0,1 0 0,0 1 0,-1-1 0,1 0 0,0 1 0,0-1 0,-1 1 0,1-1 0,0 1 0,0-1 0,0 1 0,-14 39 0,1 1 0,3 0 0,1 0 0,-5 57 0,3-23 0,10-64-78,-21 164-1209,22-152-5539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23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 24575,'0'-5'0,"0"-4"0,0-1 0,0 0 0,1 0 0,0 0 0,1 0 0,3-12 0,-3 19 0,-1 0 0,0 1 0,1-1 0,0 0 0,0 1 0,0 0 0,0-1 0,0 1 0,0 0 0,0 0 0,1 0 0,-1 0 0,1 0 0,-1 1 0,1-1 0,0 1 0,0 0 0,0 0 0,-1 0 0,1 0 0,0 0 0,0 1 0,1-1 0,4 1 0,-2-1 0,1 1 0,0 0 0,0 0 0,0 1 0,-1-1 0,1 2 0,0-1 0,-1 1 0,1 0 0,-1 0 0,0 1 0,9 4 0,-12-5 0,-1-1 0,0 1 0,0-1 0,0 1 0,0 0 0,0-1 0,0 1 0,0 0 0,-1 0 0,1 0 0,-1 1 0,1-1 0,-1 0 0,0 0 0,0 1 0,0-1 0,0 1 0,-1-1 0,1 1 0,0-1 0,-1 1 0,0 0 0,0-1 0,0 1 0,0-1 0,0 1 0,0 0 0,0-1 0,-1 1 0,0-1 0,1 1 0,-1-1 0,0 1 0,-2 3 0,-4 5 0,0 0 0,0 0 0,-1-1 0,0 0 0,-1 0 0,0-1 0,-1 0 0,0 0 0,0-1 0,-1-1 0,-13 8 0,-46 37 0,81-52 0,-1-1 0,1 0 0,-1-1 0,0 0 0,14-5 0,-3-1 0,148-55 0,-139 50 0,-2-1 0,0-1 0,42-31 0,-64 42 0,-1-1 0,0 0 0,0-1 0,0 1 0,-1-1 0,1 0 0,-1 0 0,3-7 0,-7 12 0,1 0 0,0 0 0,-1-1 0,1 1 0,-1-1 0,0 1 0,1 0 0,-1-1 0,0 1 0,0-1 0,0 1 0,0-1 0,0 1 0,0 0 0,-1-1 0,1 1 0,0-1 0,-2-1 0,1 1 0,0 1 0,0 0 0,0 0 0,0-1 0,-1 1 0,1 0 0,0 0 0,-1 1 0,1-1 0,-1 0 0,1 0 0,-1 1 0,0-1 0,1 1 0,-1-1 0,0 1 0,1 0 0,-1-1 0,0 1 0,-2 0 0,-3 0 0,0 0 0,-1 1 0,1 0 0,0 0 0,-1 1 0,1 0 0,-12 4 0,16-5 0,0 0 0,0 0 0,1 0 0,-1 1 0,0-1 0,0 1 0,1 0 0,-1-1 0,1 1 0,-1 1 0,1-1 0,0 0 0,0 0 0,0 1 0,0-1 0,0 1 0,1 0 0,-1-1 0,1 1 0,-2 4 0,3-6 0,0 1 0,0 0 0,1 0 0,-1-1 0,0 1 0,1 0 0,-1 0 0,1-1 0,-1 1 0,1 0 0,0-1 0,0 1 0,0-1 0,0 1 0,0-1 0,0 0 0,0 1 0,0-1 0,1 0 0,-1 0 0,1 0 0,-1 0 0,0 0 0,1 0 0,0 0 0,-1 0 0,1 0 0,1 0 0,55 18 0,-49-17 0,20 5 0,-13-3 0,-1 0 0,1 0 0,-1 2 0,15 7 0,-26-12 0,-1 1 0,1 0 0,-1 1 0,0-1 0,0 0 0,0 1 0,0 0 0,0 0 0,0 0 0,-1 0 0,0 0 0,1 0 0,-1 1 0,0-1 0,-1 1 0,1-1 0,-1 1 0,1 0 0,-1 0 0,0 0 0,0 5 0,-1-5 0,0-1 0,1 1 0,-1-1 0,1 0 0,0 1 0,-1-1 0,1 0 0,1 1 0,-1-1 0,0 0 0,1 0 0,0 0 0,3 5 0,-3-7 0,0 0 0,0 0 0,0 0 0,0-1 0,0 1 0,0-1 0,0 1 0,1-1 0,-1 0 0,0 1 0,0-1 0,0 0 0,0-1 0,0 1 0,1 0 0,-1-1 0,0 1 0,0-1 0,0 1 0,0-1 0,0 0 0,0 0 0,3-2 0,11-6 0,-1 0 0,0 0 0,-1-2 0,0 1 0,-1-2 0,0 0 0,22-28 0,26-22 0,-60 61 0,0 1 0,0-1 0,0 0 0,-1 0 0,1 1 0,0-1 0,0 0 0,0 1 0,0-1 0,0 1 0,0-1 0,0 1 0,0 0 0,1-1 0,-1 1 0,0 0 0,2-1 0,-3 2 0,1-1 0,-1 0 0,1 1 0,-1-1 0,0 0 0,1 1 0,-1-1 0,0 0 0,1 1 0,-1-1 0,0 1 0,1-1 0,-1 1 0,0-1 0,0 1 0,0-1 0,1 1 0,-1-1 0,0 1 0,0-1 0,0 1 0,0-1 0,0 1 0,0-1 0,0 1 0,0 0 0,-8 50 0,5-35 0,1-5-106,-3 47 345,5-54-354,0 0 0,1 0 0,-1 0-1,1-1 1,0 1 0,-1 0 0,2 0-1,-1-1 1,0 1 0,1-1-1,0 1 1,2 3 0,7 5-6711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24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40 131 24575,'1'-28'0,"0"21"0,0 0 0,0 0 0,-1 0 0,0-1 0,0 1 0,-1 0 0,0 0 0,-1 0 0,1 0 0,-1 0 0,0 1 0,-4-8 0,6 14 0,0-1 0,-1 1 0,1 0 0,-1-1 0,1 1 0,0 0 0,-1-1 0,1 1 0,-1 0 0,1 0 0,-1-1 0,1 1 0,-1 0 0,1 0 0,-1 0 0,1 0 0,-1 0 0,1 0 0,-1 0 0,1 0 0,-1 0 0,1 0 0,-1 0 0,1 0 0,-1 0 0,1 0 0,-1 0 0,1 0 0,-1 1 0,1-1 0,-1 0 0,1 0 0,-1 1 0,1-1 0,-1 0 0,1 1 0,0-1 0,-1 0 0,1 1 0,0-1 0,-1 0 0,1 1 0,0-1 0,-1 1 0,1-1 0,0 1 0,0-1 0,0 1 0,-1-1 0,1 1 0,0-1 0,0 1 0,0-1 0,0 1 0,0-1 0,0 1 0,-7 31 0,7-30 4,0 0-1,0 0 0,0 0 1,1 0-1,-1 0 0,1-1 1,-1 1-1,1 0 0,0 0 1,0 0-1,0-1 0,0 1 0,0 0 1,0-1-1,0 1 0,0-1 1,1 1-1,-1-1 0,1 0 1,-1 0-1,1 1 0,-1-1 1,1 0-1,0 0 0,0-1 1,-1 1-1,1 0 0,0-1 1,0 1-1,0-1 0,0 1 1,0-1-1,0 0 0,0 0 1,3 0-1,-4 0-38,1 0 1,-1-1-1,1 1 1,-1-1-1,1 1 1,-1-1-1,1 0 1,-1 1-1,1-1 1,-1 0-1,0 0 1,1 0-1,-1 0 0,0 0 1,0 0-1,0-1 1,0 1-1,0 0 1,0-1-1,0 1 1,0 0-1,-1-1 1,1 1-1,0-1 1,-1 1-1,1-1 1,-1 0-1,0 1 0,0-1 1,1 1-1,-1-1 1,0 0-1,0 1 1,0-1-1,-1 1 1,1-1-1,0 0 1,0 1-1,-1-1 1,1 1-1,-1-1 0,-1-2 1,-6-17-6792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24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24575,'8'0'0,"0"0"0,-1 1 0,1 1 0,0-1 0,7 3 0,-14-4 0,0 1 0,0-1 0,0 0 0,0 0 0,-1 0 0,1 0 0,0 1 0,0-1 0,0 1 0,0-1 0,-1 0 0,1 1 0,0-1 0,0 1 0,-1-1 0,1 1 0,-1 0 0,1-1 0,0 1 0,-1 0 0,1-1 0,-1 1 0,1 0 0,-1 0 0,0 0 0,1-1 0,-1 1 0,0 0 0,1 0 0,-1 0 0,0 0 0,0-1 0,0 1 0,0 0 0,0 0 0,0 0 0,0 0 0,0 0 0,0 0 0,0 0 0,-1-1 0,1 1 0,0 0 0,0 0 0,-1 0 0,1 0 0,-1-1 0,1 1 0,-1 0 0,1-1 0,-1 1 0,1 0 0,-1-1 0,-1 2 0,-12 12 0,0-1 0,-24 16 0,27-21 0,0 0 0,0 1 0,0 0 0,1 1 0,1 0 0,-13 18 0,20-27 0,1 1 0,-1 0 0,1 0 0,0 0 0,0 0 0,0 0 0,0 1 0,0-1 0,1 0 0,-1 0 0,1 1 0,-1-1 0,1 0 0,0 1 0,0-1 0,0 0 0,0 1 0,0-1 0,1 0 0,-1 1 0,1-1 0,-1 0 0,2 3 0,0-2 0,0-1 0,0 1 0,1-1 0,-1 0 0,0 0 0,1 0 0,-1 0 0,1 0 0,0 0 0,-1-1 0,1 0 0,0 1 0,0-1 0,6 2 0,8 0 0,-1 0 0,1 0 0,0-2 0,0 0 0,22-2 0,20-3-1365,-2-2-5461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24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191 100 24575,'1'0'0,"0"1"0,0-1 0,0 0 0,0 0 0,0 0 0,0 0 0,0-1 0,0 1 0,0 0 0,0 0 0,0 0 0,0-1 0,0 1 0,0-1 0,0 1 0,0-1 0,-1 1 0,1-1 0,0 1 0,0-1 0,0 0 0,-1 1 0,1-1 0,0 0 0,-1 0 0,1 0 0,-1 1 0,1-1 0,-1 0 0,1 0 0,-1 0 0,0 0 0,1 0 0,-1 0 0,0 0 0,1-2 0,-2 2 0,1 0 0,0-1 0,0 1 0,-1 0 0,1-1 0,-1 1 0,1 0 0,-1 0 0,0 0 0,1 0 0,-1 0 0,0 0 0,0 0 0,0 0 0,0 0 0,0 0 0,0 0 0,0 0 0,0 0 0,0 1 0,0-1 0,0 0 0,0 1 0,-1-1 0,1 1 0,0-1 0,0 1 0,-3-1 0,-5 0 0,0 0 0,0 0 0,-1 1 0,1 0 0,0 1 0,0-1 0,0 2 0,0-1 0,-10 4 0,13-3 0,0 0 0,0 1 0,0-1 0,0 1 0,0 0 0,1 0 0,-1 1 0,1 0 0,0 0 0,0 0 0,0 1 0,1-1 0,-7 10 0,10-13 0,0 0 0,0 0 0,0 0 0,1 0 0,-1 0 0,0 0 0,1 1 0,-1-1 0,1 0 0,-1 1 0,1-1 0,0 0 0,-1 0 0,1 1 0,0-1 0,0 0 0,0 1 0,0-1 0,0 1 0,1-1 0,-1 0 0,0 1 0,0-1 0,1 0 0,-1 0 0,1 1 0,-1-1 0,1 0 0,0 0 0,-1 0 0,1 0 0,0 0 0,0 0 0,0 0 0,0 0 0,0 0 0,0 0 0,0 0 0,0 0 0,0-1 0,0 1 0,1 0 0,-1-1 0,0 1 0,0-1 0,1 1 0,0-1 0,5 3 0,0-2 0,0 1 0,0-1 0,0 0 0,0 0 0,0 0 0,13-2 0,-6 0 0,0-1 0,-1-1 0,1 0 0,0-1 0,-1-1 0,0 0 0,0 0 0,-1-2 0,1 1 0,-1-1 0,0-1 0,-1 0 0,0-1 0,0 0 0,-1-1 0,16-20 0,-24 29 0,-1-1 0,0 0 0,0 1 0,0-1 0,-1 0 0,1 1 0,0-1 0,-1 0 0,1 0 0,-1 0 0,1 1 0,-1-1 0,0 0 0,0 0 0,0 0 0,0-3 0,0 4 0,-1 0 0,1 0 0,-1 0 0,1 0 0,-1 0 0,1 0 0,-1 0 0,0 1 0,1-1 0,-1 0 0,0 0 0,0 1 0,1-1 0,-1 0 0,0 1 0,0-1 0,0 1 0,0-1 0,0 1 0,0-1 0,-1 1 0,-2-1 0,0 0 0,0 0 0,0 1 0,0 0 0,0-1 0,0 2 0,0-1 0,0 0 0,0 1 0,0 0 0,0 0 0,0 0 0,-7 3 0,6-1 0,-1 0 0,0 0 0,1 1 0,0 0 0,0-1 0,0 2 0,1-1 0,-1 1 0,1-1 0,0 1 0,0 1 0,1-1 0,0 0 0,-1 1 0,2 0 0,-5 10 0,6-13 0,0 1 0,1 0 0,-1 0 0,1 0 0,-1 0 0,1-1 0,0 1 0,1 0 0,-1 0 0,1 0 0,0 0 0,0-1 0,0 1 0,0 0 0,0-1 0,1 1 0,0-1 0,0 1 0,0-1 0,0 0 0,0 0 0,1 1 0,-1-2 0,1 1 0,0 0 0,0-1 0,0 1 0,5 2 0,4 3-170,1-1-1,0-1 0,0 0 1,1-1-1,-1 0 0,1-1 1,18 2-1,11 2-6655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25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7 422 24575,'1'-6'0,"0"0"0,0 1 0,0-1 0,1 1 0,-1-1 0,1 1 0,0-1 0,1 1 0,0 0 0,-1 0 0,2 0 0,3-4 0,53-59 0,-24 28 0,-7 5 0,-12 17 0,0-1 0,-2-1 0,0-1 0,-1 0 0,21-46 0,-35 66 0,1-1 0,-1 0 0,0 1 0,1-1 0,-1 0 0,0 0 0,0 1 0,0-1 0,0 0 0,0 1 0,-1-1 0,1 0 0,0 1 0,-1-1 0,0 0 0,1 1 0,-1-1 0,0 1 0,-1-3 0,-8 1 0,-3 18 0,11-9 0,0 0 0,0 0 0,0 0 0,1 0 0,-1 0 0,1 1 0,1-1 0,-1 0 0,1 0 0,0 1 0,1-1 0,0 0 0,0 1 0,0-1 0,0 0 0,1 0 0,0 0 0,4 8 0,4 2 0,0 1 0,1-1 0,0-1 0,22 22 0,-2-2 0,-30-34 0,1 0 0,-1 1 0,0-1 0,1 1 0,-1 0 0,0-1 0,0 1 0,0 0 0,0 0 0,0 0 0,0-1 0,-1 1 0,1 0 0,-1 0 0,1 0 0,-1 0 0,0 0 0,0 0 0,1 0 0,-2 1 0,1-1 0,0 0 0,0 0 0,-1 0 0,0 3 0,-1-3 0,0 1 0,0-1 0,0 0 0,0 0 0,0 0 0,0 0 0,-1 0 0,1 0 0,-1-1 0,0 1 0,1-1 0,-1 0 0,0 1 0,0-1 0,-3 0 0,-16 4 0,1 0 0,-1-2 0,-35 1 0,55-4 0,-41 2-682,-75-8-1,77 0-6143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26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24575,'3'0'0,"14"3"0,-16-1 0,-1-1 0,1 1 0,-1-1 0,0 1 0,1-1 0,-1 1 0,0-1 0,0 1 0,0-1 0,0 1 0,-1-1 0,1 1 0,0-1 0,-1 3 0,-11 60 0,-1 1 0,3 0 0,3 1 0,2 128 0,5-192 0,0 0 0,0 0 0,0 1 0,1-1 0,-1 0 0,1 0 0,-1 0 0,1 1 0,0-1 0,0 0 0,0 0 0,0 0 0,0 0 0,0 0 0,0 0 0,1-1 0,-1 1 0,3 2 0,-3-4 0,0 1 0,0-1 0,1 1 0,-1-1 0,0 0 0,0 1 0,1-1 0,-1 0 0,1 0 0,-1 0 0,0 0 0,1 0 0,-1 0 0,0-1 0,1 1 0,-1 0 0,0-1 0,0 1 0,1 0 0,-1-1 0,2-1 0,5-3 0,-1 0 0,0 0 0,0 0 0,0-1 0,-1 0 0,0-1 0,8-10 0,5-10 0,-2-2 0,21-45 0,3-7 0,-40 79 0,0 1 0,0-1 0,0 1 0,0-1 0,0 1 0,0-1 0,0 1 0,0-1 0,1 1 0,-1 0 0,1 0 0,-1 0 0,2-1 0,-2 2 0,-1 0 0,1 0 0,-1 0 0,1 0 0,-1 0 0,0 0 0,1 0 0,-1 0 0,1 0 0,-1 0 0,0 0 0,1 1 0,-1-1 0,0 0 0,1 0 0,-1 1 0,0-1 0,1 0 0,-1 0 0,0 1 0,1-1 0,-1 0 0,0 1 0,0-1 0,0 0 0,1 1 0,-1-1 0,0 1 0,0-1 0,0 0 0,0 1 0,1-1 0,-1 1 0,0-1 0,7 57 0,-5-33 0,-2-21 0,3 14 0,0 0 0,1 0 0,1 0 0,13 31 0,-17-46 0,0 1 0,0-1 0,0 0 0,1 0 0,-1 1 0,1-1 0,-1 0 0,1 0 0,0 0 0,0-1 0,0 1 0,0 0 0,0-1 0,0 1 0,0-1 0,1 0 0,-1 1 0,0-1 0,1 0 0,-1 0 0,1-1 0,-1 1 0,1-1 0,0 1 0,-1-1 0,1 0 0,-1 0 0,1 0 0,0 0 0,-1 0 0,1-1 0,-1 1 0,1-1 0,0 1 0,-1-1 0,0 0 0,1 0 0,-1 0 0,1-1 0,-1 1 0,0-1 0,2-1 0,10-6 0,-1 0 0,0-2 0,-1 1 0,0-2 0,13-15 0,-19 21 0,-1 0 0,0-1 0,-1 1 0,0-1 0,0 0 0,0 0 0,-1-1 0,0 1 0,0-1 0,-1 1 0,0-1 0,2-12 0,-4 20 0,0-1 0,0 1 0,0 0 0,0-1 0,0 1 0,0 0 0,1-1 0,-1 1 0,0 0 0,0 0 0,0-1 0,0 1 0,0 0 0,0-1 0,0 1 0,0 0 0,-1-1 0,1 1 0,0 0 0,0-1 0,0 1 0,0 0 0,0-1 0,0 1 0,-1 0 0,1 0 0,0-1 0,0 1 0,0 0 0,-1 0 0,1-1 0,0 1 0,0 0 0,-1 0 0,1 0 0,0-1 0,-1 1 0,1 0 0,0 0 0,0 0 0,-1 0 0,1 0 0,0 0 0,-1 0 0,1 0 0,-15 12 0,-10 24 0,23-30 0,0 0 0,0 0 0,0 1 0,1-1 0,0 1 0,0-1 0,1 1 0,0-1 0,0 1 0,1-1 0,-1 1 0,1-1 0,1 0 0,-1 1 0,4 9 0,-4-14 0,0 1 0,0 0 0,0-1 0,1 1 0,-1-1 0,1 1 0,-1-1 0,1 1 0,0-1 0,0 0 0,0 0 0,0 0 0,0 0 0,0 0 0,1-1 0,-1 1 0,1-1 0,-1 1 0,1-1 0,0 0 0,-1 0 0,1 0 0,0 0 0,0 0 0,-1-1 0,1 0 0,0 1 0,0-1 0,0 0 0,0 0 0,0 0 0,0-1 0,-1 1 0,1-1 0,0 0 0,5-1 0,-6 1 0,0 0 0,0 1 0,1-1 0,-1 0 0,0-1 0,0 1 0,0 0 0,0-1 0,-1 1 0,1-1 0,0 1 0,0-1 0,-1 0 0,1 1 0,-1-1 0,0 0 0,1 0 0,-1 0 0,0-1 0,0 1 0,1-4 0,-1 2 0,-1 0 0,0 0 0,1 0 0,-1 0 0,-1 0 0,1-1 0,-1 1 0,1 0 0,-1 0 0,0 0 0,-3-6 0,0 0 0,-1 1 0,1-1 0,-2 1 0,1 0 0,-2 1 0,1-1 0,-1 1 0,0 0 0,-8-6 0,-3 1 0,1-1 0,43 17 0,-4 2 0,77 20 0,111 11 0,-205-35 0,0-1 0,0 1 0,0 0 0,0 0 0,-1 1 0,1-1 0,0 1 0,-1 0 0,1 0 0,-1 1 0,6 3 0,-9-4 0,1-1 0,-1 1 0,0-1 0,0 1 0,1-1 0,-1 1 0,0 0 0,-1 0 0,1 0 0,0-1 0,0 1 0,-1 0 0,1 0 0,-1 0 0,0 0 0,0 0 0,0 0 0,1 0 0,-2 0 0,1 0 0,0 0 0,0 0 0,-1 0 0,1 0 0,-1 0 0,1 0 0,-1 0 0,0-1 0,0 1 0,-1 2 0,-4 8 0,-15 36 0,20-46 0,1 0 0,-1-1 0,1 1 0,-1 0 0,1 0 0,0 0 0,0 0 0,-1 0 0,1 0 0,1 0 0,-1 0 0,0 0 0,0 0 0,1 0 0,-1-1 0,1 1 0,0 0 0,-1 0 0,1 0 0,0-1 0,2 4 0,-2-4 0,1 0 0,-1-1 0,0 1 0,1 0 0,0-1 0,-1 1 0,1-1 0,-1 1 0,1-1 0,-1 0 0,1 1 0,0-1 0,-1 0 0,1 0 0,0 0 0,-1-1 0,1 1 0,0 0 0,-1-1 0,1 1 0,-1 0 0,1-1 0,-1 0 0,1 1 0,-1-1 0,1 0 0,-1 0 0,0 0 0,1 0 0,-1 0 0,0 0 0,2-3 0,3-1 0,0 0 0,0-1 0,-1 1 0,0-1 0,7-12 0,-9 14 5,-1 0-1,0 0 1,0-1 0,0 1-1,0-1 1,-1 1-1,0-1 1,0 0 0,0 0-1,0 1 1,-1-1 0,0 0-1,0 0 1,0 0-1,-1 1 1,0-1 0,1 0-1,-2 0 1,1 1-1,0-1 1,-1 1 0,0-1-1,0 1 1,0 0-1,-6-7 1,1 1-154,-1 2 1,0-1-1,-1 1 1,0 0-1,0 1 1,-1 0-1,0 1 1,0 0-1,-15-7 1,-6-1-6678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26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79 24575,'1'-14'0,"-2"-23"0,1 35 0,0 1 0,0 0 0,-1-1 0,1 1 0,0-1 0,-1 1 0,1 0 0,-1-1 0,1 1 0,-1 0 0,0-1 0,0 1 0,1 0 0,-1 0 0,0 0 0,0 0 0,0 0 0,0 0 0,-2-2 0,2 3 0,0 0 0,0 0 0,0 0 0,0 0 0,0 0 0,0 0 0,1 0 0,-1 0 0,0 1 0,0-1 0,0 0 0,0 0 0,0 1 0,1-1 0,-1 1 0,0-1 0,0 1 0,1-1 0,-1 1 0,0-1 0,1 1 0,-1-1 0,1 1 0,-1 0 0,0 0 0,1-1 0,-1 1 0,1 0 0,0 0 0,-1-1 0,1 1 0,0 0 0,-1 0 0,1 0 0,0 0 0,0 1 0,-13 40 0,12-36 0,-8 37 0,3 1 0,2 0 0,1 70 0,-1 10 0,1-101-1365,-2-7-5461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27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0 279 24575,'1'-4'0,"-1"0"0,1 1 0,0-1 0,0 0 0,0 1 0,0-1 0,0 0 0,1 1 0,0 0 0,0-1 0,0 1 0,0 0 0,0 0 0,1 0 0,-1 0 0,1 0 0,0 1 0,0-1 0,0 1 0,0 0 0,0 0 0,0 0 0,1 0 0,-1 0 0,7-2 0,10-3 0,1 0 0,-1 2 0,32-5 0,-29 6 0,78-15 0,-20 5 0,83-25 0,-161 38 0,1 0 0,0-1 0,-1 1 0,1-1 0,-1 1 0,1-1 0,-1 0 0,0 0 0,0 0 0,0-1 0,0 1 0,4-5 0,-7 6 0,0 1 0,1-1 0,-1 1 0,0-1 0,0 1 0,0-1 0,1 1 0,-1-1 0,0 1 0,0-1 0,0 0 0,0 1 0,0-1 0,0 1 0,0-1 0,0 1 0,-1-1 0,1 1 0,0-1 0,0 0 0,0 1 0,-1-1 0,1 1 0,0-1 0,0 1 0,-1 0 0,1-1 0,0 1 0,-1-1 0,-29-15 0,4 7 0,0 2 0,-1 1 0,-33-4 0,52 9 0,-1 0 0,1 1 0,0 0 0,-1 0 0,1 1 0,0 0 0,-1 0 0,1 1 0,0 0 0,0 1 0,0-1 0,1 2 0,-1-1 0,1 1 0,-8 5 0,12-7 0,0 0 0,1 0 0,-1 0 0,1 0 0,-1 0 0,1 1 0,0-1 0,0 1 0,0 0 0,1 0 0,-1-1 0,1 1 0,-1 0 0,1 0 0,0 0 0,0 1 0,0-1 0,1 0 0,-1 0 0,1 0 0,0 1 0,-1-1 0,1 0 0,1 0 0,-1 1 0,0-1 0,1 0 0,0 0 0,0 0 0,0 1 0,0-1 0,0 0 0,2 3 0,2 2 0,0 0 0,1-1 0,0 1 0,0-1 0,1-1 0,-1 1 0,1-1 0,1 0 0,-1-1 0,12 7 0,114 54 0,-131-65 0,-1-1 0,0 1 0,0 0 0,0-1 0,0 1 0,0 0 0,0 0 0,0 0 0,-1-1 0,1 1 0,0 0 0,0 0 0,0 0 0,-1 0 0,1 1 0,-1-1 0,1 0 0,-1 0 0,1 0 0,-1 0 0,1 2 0,-2-2 0,1 0 0,0 0 0,-1 0 0,1 0 0,-1-1 0,1 1 0,-1 0 0,1 0 0,-1 0 0,1-1 0,-1 1 0,0 0 0,1-1 0,-1 1 0,0-1 0,0 1 0,1-1 0,-1 1 0,0-1 0,0 1 0,-1-1 0,-5 3 0,-1 0 0,0-1 0,0 0 0,-15 1 0,-48 0-1365,40-3-5461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6:30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303 374 24575,'20'-53'0,"-19"50"0,0 1 0,-1-1 0,1 0 0,-1 0 0,1 0 0,-1 0 0,0 0 0,0 1 0,-1-1 0,1 0 0,0 0 0,-1 0 0,0 0 0,1 0 0,-1 1 0,0-1 0,-1 0 0,1 1 0,0-1 0,-1 1 0,1-1 0,-1 1 0,0 0 0,0-1 0,0 1 0,0 0 0,0 0 0,0 1 0,-1-1 0,1 0 0,-1 1 0,1-1 0,-1 1 0,0 0 0,1 0 0,-1 0 0,0 0 0,-4 0 0,-2-1 0,0 2 0,0-1 0,0 1 0,0 1 0,0 0 0,0 0 0,0 0 0,1 1 0,-1 1 0,0-1 0,-12 7 0,3 0 0,-1 1 0,-31 23 0,44-29 0,0 0 0,1 1 0,0 0 0,0 0 0,0 0 0,0 1 0,1-1 0,0 1 0,0 0 0,1 0 0,-1 0 0,-2 8 0,6-12 0,-1 0 0,1 0 0,0 0 0,-1 0 0,1 0 0,0 0 0,0 0 0,1 0 0,-1 0 0,0 0 0,0 0 0,1 0 0,0 0 0,-1 0 0,1 0 0,0 0 0,0 0 0,0 0 0,0-1 0,0 1 0,0 0 0,1-1 0,-1 1 0,0-1 0,1 1 0,-1-1 0,1 1 0,0-1 0,-1 0 0,1 0 0,0 0 0,0 0 0,0 0 0,0-1 0,0 1 0,0 0 0,2 0 0,2 0 0,0 1 0,0-1 0,0 0 0,0-1 0,0 1 0,0-1 0,0-1 0,0 1 0,0-1 0,0 0 0,9-2 0,3-5 0,0-1 0,-1-1 0,0 0 0,0-1 0,-1-1 0,25-24 0,19-14 0,-59 50 0,-1-1 0,1 1 0,-1-1 0,1 1 0,-1 0 0,1-1 0,-1 1 0,1 0 0,0-1 0,-1 1 0,1 0 0,-1 0 0,1-1 0,0 1 0,-1 0 0,1 0 0,0 0 0,-1 0 0,1 0 0,0 0 0,-1 0 0,1 0 0,0 0 0,-1 0 0,1 1 0,0-1 0,-1 0 0,1 0 0,-1 1 0,1-1 0,0 0 0,-1 1 0,1-1 0,-1 0 0,1 1 0,-1-1 0,1 1 0,-1-1 0,1 1 0,-1-1 0,0 1 0,1-1 0,-1 1 0,0-1 0,1 1 0,-1 0 0,0-1 0,0 1 0,1 0 0,-1-1 0,0 2 0,8 43 0,-6-25 0,-1-16 0,0-1 0,-1 0 0,1 0 0,0 0 0,0 0 0,1 0 0,-1 0 0,1 0 0,-1 0 0,1-1 0,0 1 0,0 0 0,0-1 0,0 0 0,1 1 0,-1-1 0,1 0 0,-1 0 0,1 0 0,0-1 0,0 1 0,4 1 0,-4-2 0,1-1 0,0 0 0,-1 0 0,1 0 0,0-1 0,-1 1 0,1-1 0,-1 0 0,1 0 0,-1 0 0,1 0 0,-1-1 0,0 1 0,1-1 0,-1 0 0,0 0 0,0 0 0,0 0 0,4-6 0,13-9 0,-2-2 0,0-1 0,-1 0 0,-1-1 0,19-33 0,56-122 0,-56 101 0,-114 260 0,66-148 0,2-1 0,1 2 0,-8 62 0,18-100 0,0 0 0,0 1 0,0-1 0,0 0 0,0 0 0,0 0 0,0 1 0,0-1 0,0 0 0,0 0 0,0 1 0,0-1 0,0 0 0,0 0 0,0 0 0,0 1 0,0-1 0,0 0 0,0 0 0,0 0 0,0 1 0,0-1 0,1 0 0,-1 0 0,0 0 0,0 1 0,0-1 0,0 0 0,1 0 0,-1 0 0,0 0 0,0 0 0,0 0 0,1 1 0,-1-1 0,0 0 0,0 0 0,0 0 0,1 0 0,-1 0 0,0 0 0,0 0 0,0 0 0,1 0 0,-1 0 0,1 0 0,15-7 0,26-24 0,-26 18 0,-2 4 0,1 1 0,0 0 0,1 0 0,-1 2 0,21-6 0,-30 10 0,0 0 0,-1 1 0,1-1 0,0 1 0,0 1 0,0-1 0,0 1 0,0 0 0,-1 0 0,1 1 0,0 0 0,0 0 0,0 0 0,-1 1 0,1 0 0,-1 0 0,1 0 0,7 5 0,-11-6 0,-1 0 0,1 1 0,-1-1 0,1 1 0,-1 0 0,0-1 0,0 1 0,1 0 0,-1 0 0,0-1 0,0 1 0,-1 0 0,1 0 0,0 0 0,-1 0 0,1 0 0,-1 1 0,0-1 0,1 0 0,-1 0 0,0 0 0,0 0 0,-1 0 0,1 0 0,0 0 0,-1 1 0,1-1 0,-1 0 0,0 0 0,1 0 0,-1-1 0,0 1 0,0 0 0,-1 0 0,-1 3 0,-2 2 0,0-1 0,0 0 0,-1 1 0,0-2 0,0 1 0,0-1 0,0 0 0,-8 4 0,-7 3 0,0-1 0,-1-2 0,-34 11 0,45-16 0,0-1 0,0-1 0,0 0 0,-1-1 0,1 0 0,0 0 0,-1-1 0,1-1 0,-17-2 0,27 3 0,-1 0 0,1-1 0,-1 1 0,1 0 0,-1 0 0,1-1 0,-1 1 0,1-1 0,-1 1 0,1-1 0,0 0 0,-1 0 0,1 1 0,0-1 0,-1 0 0,1 0 0,0 0 0,0 0 0,0-1 0,0 1 0,0 0 0,0 0 0,1-1 0,-1 1 0,-1-2 0,3 2 0,-1-1 0,0 1 0,1 0 0,-1-1 0,1 1 0,0 0 0,-1-1 0,1 1 0,0 0 0,0 0 0,-1 0 0,1-1 0,0 1 0,0 0 0,0 0 0,1 1 0,-1-1 0,0 0 0,0 0 0,3-1 0,0-1 0,1 0 0,1 1 0,-1-1 0,0 1 0,0 0 0,1 0 0,0 1 0,-1-1 0,1 1 0,0 1 0,-1-1 0,1 1 0,6 0 0,-6 2 0,-1 1 0,0-1 0,0 1 0,0 0 0,0 1 0,0-1 0,0 1 0,-1 0 0,0 0 0,6 7 0,-6-6 0,0 0 0,1-1 0,0 1 0,0-1 0,0 0 0,0 0 0,1-1 0,0 0 0,9 5 0,0-5 0,-1 0 0,1-1 0,-1 0 0,1-2 0,0 1 0,0-2 0,0 0 0,-1-1 0,1 0 0,-1-1 0,1-1 0,19-7 0,-5 0 0,-1-1 0,0-2 0,-1 0 0,-1-2 0,25-19 0,-46 31 0,0-1 0,0 0 0,0 1 0,-1-2 0,1 1 0,-2 0 0,1-1 0,5-11 0,-7 14 0,-1 0 0,1 0 0,-1 0 0,0 0 0,0-1 0,-1 1 0,1-1 0,-1 1 0,1 0 0,-1-1 0,0 1 0,0-1 0,-1 1 0,1 0 0,-1-1 0,0 1 0,1 0 0,-4-6 0,4 8 0,-1 0 0,1 0 0,-1 0 0,0 0 0,1 1 0,-1-1 0,0 0 0,0 0 0,1 1 0,-1-1 0,0 0 0,0 1 0,0-1 0,0 1 0,0-1 0,0 1 0,0 0 0,0-1 0,0 1 0,0 0 0,0 0 0,0 0 0,0 0 0,0 0 0,-1 0 0,1 0 0,0 0 0,0 0 0,0 0 0,0 0 0,0 1 0,0-1 0,0 0 0,0 1 0,0-1 0,0 1 0,0-1 0,0 1 0,1 0 0,-1-1 0,0 1 0,0 0 0,0 0 0,1-1 0,-2 2 0,-3 3 0,-1 0 0,1 0 0,1 0 0,-1 1 0,-5 8 0,0 5 0,1-1 0,-12 34 0,18-46 0,1 0 0,0 1 0,1-1 0,0 1 0,0 0 0,0-1 0,1 1 0,0 0 0,0 0 0,0-1 0,1 1 0,2 7 0,-3-13 0,1 1 0,-1 0 0,1-1 0,0 1 0,-1-1 0,1 0 0,0 1 0,0-1 0,0 0 0,0 1 0,0-1 0,0 0 0,1 0 0,-1 0 0,0 0 0,0 0 0,1 0 0,-1 0 0,1 0 0,-1-1 0,1 1 0,-1-1 0,1 1 0,-1-1 0,4 1 0,-2-1 0,1 0 0,0 0 0,-1-1 0,1 1 0,0-1 0,-1 0 0,1 0 0,-1 0 0,1 0 0,-1-1 0,4-1 0,2-2 0,-1 0 0,0 0 0,0-1 0,-1 0 0,1-1 0,-1 1 0,-1-1 0,8-10 0,-11 12 0,0 0 0,-1 0 0,1-1 0,-1 1 0,-1-1 0,1 1 0,-1-1 0,0 0 0,0 1 0,0-1 0,-1 0 0,0 0 0,0 1 0,-1-1 0,1 0 0,-1 0 0,0 1 0,-1-1 0,0 0 0,0 1 0,0 0 0,0-1 0,-1 1 0,0 0 0,0 0 0,0 0 0,0 1 0,-1-1 0,0 1 0,0 0 0,0 0 0,-1 0 0,1 1 0,-1-1 0,0 1 0,0 0 0,0 0 0,0 1 0,-1 0 0,1 0 0,0 0 0,-1 0 0,-6 0 0,2 3 0,20 8 0,22 9 0,-16-12 0,1-2 0,32 5 0,-39-8 0,0 0 0,1 0 0,-1 1 0,0 1 0,0 0 0,0 0 0,0 1 0,-1 0 0,1 1 0,-1 0 0,15 11 0,-20-11 0,-1-1 0,0 1 0,0 0 0,0 1 0,-1-1 0,0 0 0,0 1 0,0 0 0,-1-1 0,1 1 0,0 9 0,-1-7 0,0-1 0,1 0 0,0 1 0,0-1 0,7 13 0,-9-19 0,1 0 0,0 0 0,-1 0 0,1 0 0,0-1 0,-1 1 0,1 0 0,0-1 0,0 1 0,0 0 0,0-1 0,0 1 0,0-1 0,0 0 0,0 1 0,0-1 0,0 0 0,0 1 0,0-1 0,0 0 0,0 0 0,0 0 0,0 0 0,0 0 0,0 0 0,0 0 0,0 0 0,0 0 0,0-1 0,0 1 0,0 0 0,0-1 0,0 1 0,0-1 0,0 1 0,0-1 0,-1 1 0,1-1 0,0 0 0,0 1 0,0-1 0,-1 0 0,2-1 0,37-41 0,-33 34 0,-6 9 0,16-20 0,0 0 0,2 1 0,0 1 0,0 1 0,31-21 0,-48 37 0,0 1 0,1-1 0,-1 0 0,0 1 0,1-1 0,-1 1 0,1 0 0,-1-1 0,1 1 0,-1 0 0,0 0 0,1 0 0,-1 0 0,1 0 0,-1 0 0,1 0 0,-1 1 0,1-1 0,-1 0 0,1 1 0,-1-1 0,0 1 0,1-1 0,-1 1 0,0 0 0,1 0 0,-1 0 0,0 0 0,0 0 0,0 0 0,0 0 0,2 2 0,2 4 0,1 1 0,-1 0 0,-1 0 0,6 13 0,10 15 0,-17-33 0,-1-1 0,1 1 0,0-1 0,0 1 0,0-1 0,0 0 0,0 0 0,0 0 0,0 0 0,1-1 0,-1 1 0,1-1 0,-1 0 0,1 0 0,-1 0 0,1 0 0,0-1 0,4 0 0,-1 0 0,0 0 0,0-1 0,0-1 0,0 1 0,0-1 0,0 0 0,0 0 0,-1-1 0,8-4 0,0-1 0,0 0 0,-1-1 0,0-1 0,-1 0 0,0-1 0,-1 0 0,0-1 0,10-13 0,-14 15 0,0-2 0,0 1 0,-2-1 0,1 0 0,6-23 0,-11 32 0,0 1 0,-1 0 0,0-1 0,1 1 0,-1 0 0,0-1 0,0 1 0,0 0 0,0-1 0,-1 1 0,1 0 0,-1-1 0,1 1 0,-1 0 0,0 0 0,-2-4 0,2 4 0,-1 1 0,0-1 0,1 1 0,-1 0 0,0 0 0,0 0 0,0 0 0,1 0 0,-1 0 0,0 0 0,0 1 0,-1-1 0,1 0 0,0 1 0,0 0 0,0 0 0,0 0 0,0 0 0,0 0 0,0 0 0,-1 0 0,-2 1 0,-7 2 0,0-1 0,0 2 0,1 0 0,-1 0 0,1 1 0,0 1 0,1-1 0,-1 2 0,1 0 0,-18 15 0,21-16 0,0 0 0,0 0 0,1 0 0,0 1 0,0 0 0,1 0 0,0 1 0,0 0 0,0-1 0,1 2 0,1-1 0,-1 0 0,1 1 0,1-1 0,-3 14 0,5-19 0,0 0 0,0 0 0,0 0 0,0 0 0,1 0 0,-1 0 0,1 0 0,0 0 0,0 0 0,0 0 0,0-1 0,1 1 0,-1 0 0,1-1 0,-1 1 0,1-1 0,0 1 0,3 2 0,-1-1 0,1 0 0,0-1 0,0 1 0,0-1 0,0 0 0,1-1 0,-1 1 0,11 2 0,3 0 0,1 0 0,0-2 0,0 0 0,28-1 0,-22-1-273,0-1 0,0-2 0,0 0 0,26-7 0,-29 3-6553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16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82 24575,'-11'-1'0,"1"0"0,0-1 0,0 0 0,-16-6 0,-8-2 0,32 10 0,0 0 0,0-1 0,0 1 0,0-1 0,1 1 0,-1-1 0,0 0 0,0 0 0,1 0 0,-1 0 0,0 0 0,-2-3 0,4 4 0,-1 0 0,1-1 0,0 1 0,0-1 0,0 1 0,0 0 0,-1-1 0,1 1 0,0-1 0,0 1 0,0-1 0,0 1 0,0-1 0,0 1 0,0 0 0,0-1 0,0 1 0,0-1 0,1 1 0,-1-1 0,0 1 0,0-1 0,0 1 0,0 0 0,1-1 0,-1 1 0,0 0 0,0-1 0,1 1 0,-1-1 0,0 1 0,1-1 0,2-1 0,0 0 0,1-1 0,-1 1 0,1 0 0,-1 1 0,1-1 0,0 0 0,-1 1 0,1 0 0,7-1 0,15-3 0,0 2 0,1 0 0,-1 2 0,1 1 0,-1 1 0,49 9 0,-72-10 0,0 1 0,0 0 0,1 0 0,-1 0 0,0 0 0,0 1 0,0-1 0,0 1 0,-1 0 0,1 0 0,0 0 0,-1 0 0,1 0 0,-1 1 0,0-1 0,1 1 0,-1-1 0,0 1 0,-1 0 0,1 0 0,-1 0 0,1 0 0,-1 0 0,0 0 0,0 0 0,1 4 0,-2-3 0,0 0 0,0 0 0,-1 0 0,1 0 0,-1 0 0,0 0 0,0-1 0,0 1 0,-1 0 0,1-1 0,-1 1 0,0-1 0,0 1 0,0-1 0,-1 0 0,1 0 0,-1 0 0,1 0 0,-1 0 0,0-1 0,0 1 0,-4 2 0,-9 4 0,1 0 0,-1 0 0,0-2 0,-25 9 0,32-13 0,80 2 0,-25-6 0,111 2 0,-143 1 0,1-1 0,-1 2 0,1 0 0,-1 0 0,0 2 0,0 0 0,0 0 0,14 9 0,-27-14 0,0 1 0,0-1 0,0 0 0,-1 1 0,1-1 0,0 1 0,0-1 0,-1 1 0,1-1 0,-1 1 0,1 0 0,0-1 0,-1 1 0,1 0 0,-1-1 0,1 1 0,-1 0 0,0 0 0,1 0 0,-1-1 0,0 1 0,0 0 0,1 0 0,-1 0 0,0 0 0,0-1 0,0 1 0,0 0 0,0 0 0,0 0 0,0 0 0,-1 1 0,0 0 0,0 0 0,-1 1 0,1-1 0,-1 0 0,1 0 0,-1-1 0,0 1 0,0 0 0,0-1 0,0 1 0,-3 1 0,-11 7 0,-1-2 0,-24 9 0,36-15 0,-57 21 40,-2-3 0,-79 14 0,-135 7-1525,218-34-5341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16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1111 1 24575,'-99'28'0,"-37"13"0,37 0 0,1 4 0,-119 75 0,157-82 0,2 3 0,2 3 0,2 2 0,-74 80 0,116-112 0,0 1 0,0 0 0,2 1 0,0 0 0,0 0 0,2 1 0,0 0 0,-11 36 0,18-47 0,-1 0 0,1 0 0,1 0 0,-1 0 0,1 0 0,0 0 0,1 0 0,-1 0 0,1 0 0,0 0 0,1 0 0,-1 0 0,1 0 0,0 0 0,1-1 0,-1 1 0,1-1 0,0 0 0,1 0 0,-1 0 0,1 0 0,0 0 0,0-1 0,1 0 0,-1 1 0,1-2 0,0 1 0,0-1 0,0 1 0,0-1 0,7 2 0,7 3 0,1 0 0,0-1 0,0-2 0,0 0 0,1-1 0,-1-1 0,1 0 0,0-2 0,0-1 0,29-2 0,18-6 0,123-29 0,-89 11 0,175-71 0,-225 74 0,-1-2 0,-1-2 0,-1-2 0,88-70 0,-126 90 0,-1-1 0,0 0 0,0 0 0,-1-1 0,0-1 0,-1 1 0,-1-1 0,10-19 0,-15 25 0,0 1 0,0 0 0,-1-1 0,1 1 0,-1-1 0,0 1 0,-1-1 0,0 1 0,1-1 0,-2 0 0,1 1 0,-1-1 0,0 1 0,0-1 0,0 1 0,-1-1 0,0 1 0,0 0 0,0 0 0,-1 0 0,1 0 0,-1 0 0,-1 0 0,-3-4 0,-5-5 0,-2 1 0,0 1 0,0 0 0,-1 1 0,0 0 0,-1 2 0,0-1 0,-1 2 0,-33-12 0,-10 0 0,-98-20 0,51 21-341,-1 5 0,-1 5-1,-207 8 1,173 11-6485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8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198 340 24575,'0'-1'0,"0"0"0,0 0 0,0 0 0,0 0 0,0 0 0,0 0 0,0 0 0,0 0 0,-1 0 0,1 0 0,0 0 0,-1 0 0,1 0 0,-1 0 0,1 0 0,-1 1 0,1-1 0,-1 0 0,1 0 0,-1 0 0,-1-1 0,-18-28 0,19 29 0,-4-7 0,-21-25 0,25 32 0,1 1 0,0 0 0,-1-1 0,1 1 0,0 0 0,-1-1 0,1 1 0,0 0 0,-1 0 0,1 0 0,0-1 0,-1 1 0,1 0 0,-1 0 0,1 0 0,-1 0 0,1 0 0,0 0 0,-1 0 0,1 0 0,-1 0 0,1 0 0,-1 0 0,1 0 0,0 0 0,-1 0 0,1 0 0,-1 1 0,-6 19 0,7 279 0,1-26 0,-2-262 0,0 0 0,-1-1 0,0 1 0,-1 0 0,0-1 0,-7 16 0,9-25 0,1 1 0,-1 0 0,1-1 0,-1 1 0,0 0 0,0-1 0,0 1 0,0-1 0,0 0 0,0 1 0,0-1 0,-1 0 0,1 0 0,0 1 0,-1-1 0,1 0 0,-1 0 0,1-1 0,-1 1 0,0 0 0,1 0 0,-1-1 0,0 1 0,1-1 0,-1 1 0,0-1 0,0 0 0,1 0 0,-1 0 0,0 0 0,0 0 0,1 0 0,-1 0 0,0-1 0,0 1 0,1-1 0,-1 1 0,0-1 0,1 1 0,-1-1 0,0 0 0,1 0 0,-1 0 0,1 0 0,0 0 0,-1 0 0,1 0 0,-2-3 0,0 1 0,1 0 0,-1 0 0,1 0 0,0-1 0,0 1 0,0-1 0,0 1 0,0-1 0,1 0 0,0 0 0,-1 0 0,2 0 0,-1 0 0,0 0 0,1 0 0,0 0 0,0 0 0,0 0 0,0 0 0,1 0 0,-1 0 0,1 0 0,0 0 0,2-6 0,2-5 0,0 0 0,1 1 0,1 0 0,0 0 0,10-14 0,13-11 0,1 2 0,1 2 0,70-59 0,40-44 0,-83 64 0,69-111 0,-124 237 0,-19 87 0,9-102 0,1-1 0,2 1 0,3 42 0,-1-77 0,1 1 0,0-1 0,0 0 0,1 0 0,-1 0 0,0 0 0,1 0 0,0 0 0,-1 0 0,1 0 0,0 0 0,0 0 0,0 0 0,0-1 0,0 1 0,0 0 0,0-1 0,1 1 0,-1-1 0,1 1 0,-1-1 0,1 1 0,0-1 0,-1 0 0,1 0 0,0 0 0,0 0 0,0 0 0,0 0 0,0-1 0,0 1 0,0-1 0,0 1 0,0-1 0,0 0 0,0 0 0,2 0 0,2 0 0,-1-1 0,0 0 0,0 0 0,1 0 0,-1-1 0,0 0 0,0 0 0,-1 0 0,1-1 0,0 1 0,-1-1 0,1 0 0,5-6 0,6-7 0,-1 0 0,0-2 0,-2 0 0,0 0 0,19-37 0,38-106 0,-55 134 0,-15 26 0,0 1 0,1 0 0,-1-1 0,0 1 0,1 0 0,-1-1 0,0 1 0,1 0 0,-1 0 0,0-1 0,1 1 0,-1 0 0,0 0 0,1 0 0,-1 0 0,1 0 0,-1 0 0,0-1 0,1 1 0,-1 0 0,1 0 0,-1 0 0,1 0 0,-1 0 0,0 0 0,1 1 0,-1-1 0,1 0 0,-1 0 0,0 0 0,1 0 0,2 3 0,0 0 0,0 1 0,-1-1 0,0 0 0,0 1 0,0-1 0,0 1 0,3 7 0,19 31 0,-24-41 0,1 0 0,-1 0 0,1 0 0,0 0 0,0-1 0,-1 1 0,1 0 0,0-1 0,0 1 0,0 0 0,0-1 0,0 1 0,0-1 0,0 1 0,0-1 0,0 0 0,0 1 0,0-1 0,0 0 0,0 0 0,0 0 0,0 1 0,1-1 0,-1-1 0,0 1 0,0 0 0,0 0 0,0 0 0,0 0 0,0-1 0,0 1 0,1-1 0,0 0 0,0-1 0,0 1 0,0-1 0,0 0 0,-1 1 0,1-1 0,-1 0 0,1 0 0,-1 0 0,0 0 0,0 0 0,0 0 0,0 0 0,0-1 0,0 1 0,-1 0 0,1-5 0,4-41 0,-4 43 0,-4-1 0,-4 16 0,-6 19 0,7 1 0,-2 6 0,1 0 0,2 0 0,2 1 0,1 46 0,2-81 0,0 1 0,0-1 0,0 0 0,1 1 0,-1-1 0,1 1 0,-1-1 0,1 0 0,0 1 0,0-1 0,0 0 0,0 0 0,1 0 0,-1 0 0,0 0 0,1 0 0,3 3 0,-4-4 0,1 0 0,-1-1 0,1 1 0,0 0 0,-1-1 0,1 1 0,0-1 0,-1 0 0,1 1 0,0-1 0,0 0 0,-1 0 0,1 0 0,0 0 0,0-1 0,-1 1 0,1 0 0,0-1 0,1 0 0,5-2 0,-1 0 0,0-1 0,0 0 0,0 0 0,0 0 0,-1-1 0,0 0 0,0 0 0,8-9 0,13-19 0,-1-2 0,-1 0 0,-2-1 0,-1-2 0,-3 0 0,0-1 0,24-79 0,-37 141 0,1 0 0,13 29 0,-7-26 0,0-1 0,1-1 0,23 29 0,-3-4 0,-33-48 0,0 1 0,0-1 0,0 0 0,-1 0 0,1 0 0,0 0 0,-1 1 0,1-1 0,0 0 0,-1 1 0,0-1 0,1 0 0,-1 1 0,0-1 0,0 1 0,0-1 0,0 0 0,0 1 0,0-1 0,0 1 0,0-1 0,0 1 0,-1-1 0,1 0 0,-1 1 0,0 0 0,0 0 0,-1 0 0,0-1 0,1 0 0,-1 1 0,0-1 0,0 0 0,0 0 0,0 0 0,0 0 0,0-1 0,0 1 0,0 0 0,0-1 0,0 1 0,-3-1 0,-12 2 0,0-1 0,0-1 0,-23-3 0,36 3 0,-8-1 0,1-1 0,-1 0 0,0 0 0,1-1 0,-14-5 0,23 7 0,0 0 0,0 1 0,0-1 0,0 0 0,1 0 0,-1 0 0,0 0 0,1-1 0,-1 1 0,0 0 0,1-1 0,0 1 0,-1-1 0,1 1 0,0-1 0,0 0 0,0 1 0,0-1 0,0 0 0,0 0 0,0 0 0,0 0 0,1 0 0,-1 0 0,1 0 0,0 0 0,0 0 0,-1 0 0,1 0 0,1 0 0,-1 0 0,0 0 0,0 0 0,1 0 0,-1 0 0,1 0 0,1-4 0,4-7 0,1 1 0,0-1 0,0 1 0,2 0 0,-1 1 0,17-17 0,67-57 0,-90 83 0,35-31 0,1 2 0,2 1 0,67-38 0,-104 67 0,-1-1 0,1 1 0,0 0 0,0 0 0,0 0 0,0 0 0,1 0 0,-1 1 0,0-1 0,0 1 0,0 0 0,1 0 0,-1 0 0,0 0 0,0 0 0,0 1 0,0 0 0,1-1 0,-1 1 0,4 2 0,-4-1 0,0 0 0,0 1 0,-1-1 0,1 1 0,-1-1 0,1 1 0,-1 0 0,0 0 0,0 0 0,0 0 0,0 0 0,-1 1 0,1-1 0,-1 1 0,0-1 0,0 1 0,1 5 0,20 149 0,-19-118 0,2 0 0,1-1 0,3 0 0,21 64 0,-28-97-57,0-1 0,0 0 1,1 0-1,0 0 0,0 0 0,0 0 0,1-1 0,-1 1 0,1-1 0,0 0 0,0 0 1,1 0-1,-1-1 0,1 1 0,0-1 0,0 0 0,0-1 0,0 1 0,0-1 1,0 0-1,1 0 0,-1-1 0,8 2 0,9-1-6769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9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12 194 24575,'0'-4'0,"0"-6"0,0-6 0,-5-4 0,0-3 0,3 3 0,8-1 0,6 5 0,11 4 0,9 4 0,8 4 0,6-2 0,8 0 0,4 1 0,-4-3 0,-3 0 0,-10 1-8191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9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 24575,'-21'0'0,"-25"0"0,-17 0 0,-7 0 0,13 0 0,25 0 0,35 0 0,34 0 0,37 0 0,6 0-8191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40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227 263 24575,'-10'-4'0,"0"-1"0,-1 2 0,1-1 0,-1 2 0,0-1 0,0 1 0,-20 0 0,28 1 0,0 1 0,1 0 0,-1 0 0,0 0 0,0 1 0,0-1 0,0 1 0,0-1 0,1 1 0,-1 0 0,0 0 0,1 0 0,-1 0 0,0 1 0,1-1 0,0 1 0,-1-1 0,1 1 0,0 0 0,0 0 0,0 0 0,0 0 0,0 1 0,0-1 0,1 0 0,-1 1 0,1-1 0,-1 1 0,1-1 0,0 1 0,0 0 0,0 0 0,0 4 0,-4 36 0,2 51 0,0-1 0,-34 286 0,37-358 0,6-31 0,6-36 0,2-43 0,2-20 0,4 0 0,38-110 0,-56 211 0,0 1 0,1-1 0,0 1 0,1 0 0,0 0 0,0 1 0,0-1 0,1 1 0,0 0 0,0 0 0,12-10 0,-13 13 0,1 1 0,0-1 0,0 1 0,0 0 0,0 0 0,0 0 0,1 1 0,-1 0 0,0 0 0,1 0 0,-1 1 0,1-1 0,-1 1 0,0 1 0,1-1 0,-1 1 0,10 2 0,-4 0 0,0 0 0,0 0 0,0 1 0,-1 1 0,0 0 0,0 0 0,0 1 0,-1 0 0,0 0 0,0 1 0,13 13 0,-20-17 0,1 0 0,-1 0 0,0-1 0,1 2 0,-1-1 0,-1 0 0,1 0 0,0 1 0,-1-1 0,0 1 0,0-1 0,0 1 0,0-1 0,0 1 0,-1 0 0,0-1 0,0 1 0,0 0 0,0-1 0,0 1 0,-1 0 0,1-1 0,-1 1 0,0 0 0,0-1 0,-1 1 0,1-1 0,-1 0 0,1 1 0,-1-1 0,0 0 0,0 0 0,-1 0 0,1 0 0,-1-1 0,1 1 0,-7 4 0,-2 2 0,0 0 0,-1-1 0,-1 0 0,-23 11 0,-1 1 0,32-14 0,17-4 0,17-4 0,15-10 0,1-1 0,-2-3 0,0-1 0,44-26 0,-28 14 0,-58 29 0,-1-1 0,1 1 0,0 0 0,0-1 0,0 1 0,-1 0 0,1-1 0,0 1 0,0 0 0,0 0 0,0 0 0,0-1 0,0 1 0,0 0 0,-1 0 0,1 1 0,0-1 0,0 0 0,0 0 0,0 0 0,1 1 0,2 14 0,-20 38 0,8-29 0,6-17 0,0 1 0,1-1 0,0 1 0,0 0 0,1-1 0,0 1 0,0 0 0,2 14 0,0-19 0,-1 1 0,0-1 0,0 0 0,1 0 0,0-1 0,0 1 0,0 0 0,0-1 0,0 1 0,0-1 0,0 1 0,1-1 0,-1 0 0,1 0 0,0 0 0,0 0 0,0-1 0,0 1 0,0-1 0,0 0 0,0 0 0,0 0 0,5 1 0,4 1 0,0-1 0,0-1 0,0 0 0,0 0 0,1-1 0,-1-1 0,0 0 0,0-1 0,0 0 0,0-1 0,0 0 0,0-1 0,-1 0 0,0-1 0,0 0 0,0-1 0,0 0 0,-1-1 0,0 0 0,14-13 0,-6 4 0,-1 0 0,-1-1 0,-1-1 0,0-1 0,-1 0 0,-1-1 0,-1 0 0,-1-1 0,15-40 0,-2-19 0,-23 76 0,0 0 0,0-1 0,-1 1 0,1-1 0,-1 0 0,0 1 0,0-1 0,-1 1 0,1-1 0,-1 1 0,0-1 0,0 1 0,0 0 0,-1-1 0,-2-5 0,3 10 0,1-1 0,-1 1 0,1-1 0,0 1 0,-1 0 0,1-1 0,-1 1 0,0 0 0,1-1 0,-1 1 0,1 0 0,-1-1 0,1 1 0,-1 0 0,0 0 0,1 0 0,-1 0 0,1 0 0,-1 0 0,0 0 0,1 0 0,-1 0 0,0 0 0,1 0 0,-1 0 0,1 0 0,-1 0 0,0 1 0,1-1 0,-1 0 0,1 0 0,-1 1 0,1-1 0,-1 0 0,1 1 0,-1-1 0,1 1 0,-1-1 0,1 0 0,-1 1 0,0 0 0,-19 23 0,18-21 0,-10 13 0,1 1 0,1 0 0,0 0 0,1 1 0,2 0 0,-1 1 0,-7 35 0,13-48 0,1 1 0,0-1 0,0 1 0,1-1 0,0 1 0,0-1 0,0 1 0,1-1 0,0 1 0,0-1 0,1 0 0,0 1 0,0-1 0,0 0 0,1 0 0,0 0 0,0-1 0,1 1 0,-1-1 0,1 1 0,0-1 0,0-1 0,1 1 0,0 0 0,0-1 0,0 0 0,9 6 0,-2-4 0,-1 0 0,1 0 0,0-1 0,1-1 0,-1 0 0,1 0 0,0-1 0,-1-1 0,2 0 0,-1-1 0,0 0 0,0-1 0,0-1 0,0 0 0,0-1 0,0 0 0,0-1 0,-1 0 0,20-8 0,-17 4 0,-1 1 0,1-2 0,-2 0 0,1-1 0,-1 0 0,-1-1 0,1 0 0,-2-1 0,1 0 0,-2-1 0,1 0 0,-2-1 0,0 0 0,0-1 0,11-24 0,-5 0 0,0-1 0,-3-1 0,-1 1 0,-2-2 0,-2 0 0,2-44 0,-9 83 0,0 0 0,1-1 0,-1 1 0,0 0 0,-1 0 0,1 0 0,0 0 0,-1 0 0,1 0 0,-1 0 0,1 0 0,-1 0 0,0 1 0,-2-4 0,3 4 0,-1 1 0,1-1 0,-1 1 0,0 0 0,1-1 0,-1 1 0,1 0 0,-1-1 0,0 1 0,1 0 0,-1 0 0,0 0 0,1 0 0,-1 0 0,0 0 0,1 0 0,-1 0 0,0 0 0,1 0 0,-1 0 0,0 0 0,1 0 0,-1 0 0,0 1 0,1-1 0,-1 0 0,1 1 0,-2-1 0,-3 4 0,0-1 0,0 1 0,1 0 0,-1 0 0,1 0 0,0 0 0,0 1 0,-5 7 0,-10 18 0,0 2 0,2 0 0,1 1 0,-14 46 0,22-56 0,2-1 0,0 1 0,2 0 0,1 0 0,0 1 0,2-1 0,3 44 0,-1-56-136,1-1-1,1 1 1,0-1-1,0 0 1,1 0-1,0 0 1,1 0-1,0-1 0,10 14 1,5 3-6690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40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78 24575,'-4'-4'0,"-6"-2"0,-6-4 0,-4 0 0,1-3 0,13 1 0,15 3 0,20 2 0,22 3 0,2 2-8191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41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613 165 24575,'-39'-16'0,"-71"-40"0,24 11 0,61 33 0,13 5 0,-1 1 0,1 0 0,-1 1 0,-19-5 0,28 10 0,1-1 0,0 1 0,0-1 0,0 1 0,0 0 0,0 0 0,0 0 0,-1 1 0,1-1 0,0 1 0,0 0 0,0 0 0,0 0 0,0 0 0,0 0 0,1 1 0,-1-1 0,0 1 0,1-1 0,-1 1 0,1 0 0,-1 0 0,1 1 0,-4 3 0,-7 15 0,1 0 0,1 0 0,0 1 0,2 1 0,-8 27 0,-3 4 0,8-25 0,-51 147 0,56-152 0,1 0 0,1 0 0,2 1 0,0-1 0,1 37 0,2-59 0,0 1 0,0 0 0,0-1 0,0 1 0,1-1 0,-1 1 0,1 0 0,0-1 0,0 1 0,0-1 0,0 0 0,0 1 0,0-1 0,1 0 0,-1 0 0,1 1 0,-1-1 0,1 0 0,0-1 0,0 1 0,0 0 0,0 0 0,0-1 0,0 1 0,0-1 0,1 0 0,-1 0 0,1 0 0,-1 0 0,1 0 0,2 1 0,-2-2 0,0 0 0,0 0 0,-1-1 0,1 1 0,0-1 0,0 1 0,0-1 0,-1 0 0,1 0 0,0 0 0,-1 0 0,1-1 0,-1 1 0,1-1 0,-1 1 0,1-1 0,-1 0 0,0 0 0,0 0 0,0 0 0,0 0 0,-1-1 0,1 1 0,0 0 0,-1-1 0,0 1 0,1-1 0,0-4 0,1 1 0,-1-1 0,0 0 0,0 1 0,-1-1 0,0 0 0,0 0 0,0 0 0,-1 0 0,0 0 0,-1-1 0,1 1 0,-1 0 0,-1 1 0,1-1 0,-5-11 0,-1 2 0,0 1 0,-1-1 0,-1 1 0,-1 1 0,-12-16 0,21 29 0,-1-1 0,1 1 0,0-1 0,0 1 0,0-1 0,0 1 0,0-1 0,0 0 0,0 1 0,0-1 0,1 0 0,-1 0 0,1 0 0,-1 1 0,1-1 0,0 0 0,-1 0 0,1 0 0,0 0 0,1-3 0,0 4 0,0-1 0,1 1 0,-1 0 0,0 0 0,1 0 0,-1 0 0,1 0 0,-1 0 0,1 0 0,0 0 0,-1 1 0,1-1 0,0 0 0,0 1 0,0 0 0,-1-1 0,1 1 0,0 0 0,0 0 0,0 0 0,-1 0 0,3 1 0,146-2 0,-94 4 0,0-4 0,1-1 0,102-20 0,-159 22 0,0 1 0,0-1 0,0 0 0,0 0 0,0 0 0,0 0 0,0 1 0,0-1 0,0 0 0,0 0 0,0 0 0,0 0 0,0 1 0,0-1 0,0 0 0,0 0 0,0 0 0,0 0 0,0 1 0,0-1 0,0 0 0,1 0 0,-1 0 0,0 0 0,0 0 0,0 1 0,0-1 0,0 0 0,0 0 0,0 0 0,1 0 0,-1 0 0,0 0 0,0 0 0,0 0 0,0 1 0,1-1 0,-1 0 0,0 0 0,0 0 0,0 0 0,0 0 0,1 0 0,-1 0 0,0 0 0,0 0 0,0 0 0,0 0 0,1 0 0,-1 0 0,0 0 0,0 0 0,0 0 0,0 0 0,1-1 0,-1 1 0,0 0 0,0 0 0,0 0 0,0 0 0,0 0 0,0 0 0,1 0 0,-1 0 0,0-1 0,0 1 0,0 0 0,-15 17 0,-36 24 0,44-35 0,-11 7 0,-7 6 0,-38 38 0,58-52 0,1 0 0,-1 0 0,1 0 0,0 0 0,1 1 0,-1 0 0,1 0 0,0 0 0,0 0 0,1 0 0,0 0 0,0 1 0,1-1 0,-2 9 0,3-13 0,0 0 0,0 0 0,0 0 0,0 0 0,1 0 0,-1 0 0,1 0 0,-1 0 0,1 0 0,0 0 0,-1 0 0,1 0 0,0-1 0,0 1 0,0 0 0,1-1 0,-1 1 0,0-1 0,1 1 0,-1-1 0,4 3 0,-2-2 0,1 0 0,0 0 0,0 0 0,0-1 0,0 0 0,1 0 0,-1 0 0,0 0 0,8 0 0,7 0 0,0-2 0,0 0 0,29-6 0,-21 0 0,-1-1 0,0 0 0,-1-2 0,0-1 0,-1-1 0,0-1 0,0-2 0,-2 0 0,0-1 0,28-26 0,-44 42 0,-3 13 0,-3-10 0,0-1 0,1 1 0,-1 0 0,1-1 0,0 1 0,0-1 0,0 1 0,0-1 0,0 1 0,0-1 0,1 1 0,-1-1 0,1 0 0,2 3 0,3-1 0,0 0 0,0-1 0,1 1 0,-1-1 0,1-1 0,-1 0 0,1 0 0,0 0 0,0-1 0,0 0 0,0-1 0,0 0 0,0 0 0,0 0 0,0-1 0,13-3 0,15-4 0,1-2 0,40-16 0,-62 20 0,-15 6 0,74-31 0,-70 29 0,0 0 0,0 0 0,-1-1 0,1 1 0,-1-1 0,1 0 0,-1 0 0,0 0 0,0 0 0,0-1 0,0 1 0,-1-1 0,0 0 0,1 1 0,1-7 0,-3 9 0,-1 1 0,0-1 0,0 1 0,1-1 0,-1 1 0,0-1 0,0 0 0,0 1 0,0-1 0,1 1 0,-1-1 0,0 1 0,0-1 0,0 0 0,0 1 0,0-1 0,-1 1 0,1-1 0,0 0 0,0 1 0,0-1 0,0 1 0,-1-1 0,1 1 0,0-1 0,0 1 0,-1-1 0,1 1 0,-1-1 0,1 1 0,0-1 0,-1 1 0,1 0 0,-1-1 0,1 1 0,-1 0 0,1-1 0,-1 1 0,1 0 0,-1 0 0,1-1 0,-1 1 0,1 0 0,-1 0 0,0 0 0,1 0 0,-1 0 0,1 0 0,-1 0 0,1 0 0,-1 0 0,0 0 0,1 0 0,-1 0 0,1 0 0,-1 0 0,1 0 0,-1 1 0,0-1 0,1 0 0,-1 1 0,-3 0 0,1 0 0,-1 0 0,1 1 0,-1 0 0,1-1 0,0 1 0,0 1 0,-5 3 0,5-3 0,0 0 0,1 1 0,-1-1 0,1 1 0,0-1 0,0 1 0,0 0 0,0 0 0,1 0 0,-1 0 0,1 0 0,0 0 0,0 0 0,1 1 0,-1-1 0,1 0 0,0 0 0,1 5 0,0-1 0,0-1 0,1 0 0,0 0 0,1 0 0,0 0 0,0 0 0,0-1 0,1 1 0,7 10 0,5 1 0,0 0 0,1 0 0,0-2 0,2 0 0,29 20 0,177 89-1286,-223-124 1207,65 32-6747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20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154 255 24575,'-34'-49'0,"9"9"0,16 27 0,0-1 0,1 0 0,1-1 0,-9-23 0,-13-25 0,29 62 0,0 1 0,0 0 0,0-1 0,0 1 0,0 0 0,-1-1 0,1 1 0,0-1 0,0 1 0,0 0 0,0 0 0,-1-1 0,1 1 0,0 0 0,0-1 0,-1 1 0,1 0 0,0 0 0,-1-1 0,1 1 0,0 0 0,0 0 0,-1 0 0,1 0 0,0-1 0,-1 1 0,1 0 0,-1 0 0,1 0 0,0 0 0,-1 0 0,1 0 0,0 0 0,-1 0 0,0 0 0,-4 14 0,3 28 0,2-38 0,2 716 0,2-665-1365,2-37-5461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20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49 24575,'0'-4'0,"-4"-2"0,-2-4 0,-4 1 0,4 0 0,8 3 0,7 2 0,7 6 0,9 2 0,9 1 0,8 0 0,4-2 0,4 0 0,2-2 0,-4 0 0,-10-1-8191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20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24575,'-5'4'0,"0"6"0,-5 6 0,0 4 0,5-1 0,9-4 0,7-5 0,11-7 0,15-6 0,9-1 0,14-5 0,11-5 0,5 0 0,-10 2-8191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21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1 24575,'-7'0'0,"0"0"0,0 0 0,0 0 0,0 1 0,0 0 0,0 0 0,-10 4 0,14-3 0,0 0 0,1 0 0,-1 0 0,0 0 0,1 0 0,-1 1 0,1-1 0,0 1 0,0 0 0,0-1 0,0 1 0,1 0 0,-1 0 0,1 0 0,-1 0 0,1 1 0,0-1 0,-1 3 0,-5 21 0,1 1 0,1-1 0,-2 53 0,7 90 0,2-83 0,0 541 0,-3-615 0,1-9 0,-1 0 0,1 0 0,0 0 0,0 0 0,0 0 0,1 0 0,-1 0 0,1 0 0,0 0 0,0 0 0,0 0 0,1 0 0,3 7 0,-5-11 0,1 0 0,-1 0 0,0 1 0,1-1 0,-1 0 0,0 0 0,1 1 0,-1-1 0,0 0 0,1 0 0,-1 0 0,0 0 0,1 0 0,-1 0 0,1 0 0,-1 1 0,0-1 0,1 0 0,-1 0 0,0 0 0,1 0 0,-1-1 0,1 1 0,-1 0 0,0 0 0,1 0 0,-1 0 0,0 0 0,1 0 0,-1-1 0,0 1 0,1 0 0,-1 0 0,0 0 0,1-1 0,-1 1 0,14-17 0,3-23 0,-12 25 0,-1 0 0,-1-1 0,0 1 0,-1-1 0,0 1 0,-2-1 0,0 0 0,0 0 0,-2 1 0,0-1 0,0 1 0,-2-1 0,0 1 0,0 0 0,-2 0 0,0 1 0,0-1 0,-2 1 0,1 1 0,-2 0 0,0 0 0,0 0 0,-2 1 0,1 0 0,-1 1 0,-1 1 0,0-1 0,0 2 0,-1 0 0,-23-12 0,13 10 0,0 1 0,0 1 0,-1 1 0,0 1 0,0 1 0,-34-3 0,136-2 0,-35 4 0,143-24-1365,-87 14-5461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22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23 24575,'-2'-2'0,"0"0"0,0 0 0,0 0 0,0 1 0,-1-1 0,1 0 0,0 1 0,-1 0 0,1-1 0,-1 1 0,0 0 0,1 1 0,-1-1 0,0 0 0,1 1 0,-1-1 0,0 1 0,0 0 0,0 0 0,1 0 0,-6 1 0,4 0 0,0 1 0,0-1 0,0 1 0,0 0 0,0 1 0,0-1 0,0 0 0,1 1 0,-1 0 0,1 0 0,0 0 0,-4 5 0,-6 9 0,1 1 0,0 1 0,1-1 0,-9 26 0,19-44 0,-19 46 0,2 1 0,2 1 0,-14 71 0,24-87 0,1 0 0,2 0 0,1 1 0,1-1 0,2 1 0,7 44 0,-6-67 0,0-1 0,1 1 0,0-1 0,0 0 0,1 1 0,0-2 0,11 17 0,-14-22 0,1-1 0,0 1 0,0-1 0,0 0 0,0 0 0,0 0 0,0 0 0,1 0 0,-1-1 0,1 1 0,-1-1 0,1 1 0,-1-1 0,1 0 0,0 0 0,0 0 0,0 0 0,0-1 0,0 1 0,-1-1 0,1 1 0,0-1 0,0 0 0,0 0 0,0-1 0,0 1 0,0-1 0,0 1 0,0-1 0,3-1 0,5-3 0,0-1 0,0 0 0,-1 0 0,1-1 0,-1-1 0,-1 0 0,0 0 0,0 0 0,0-1 0,-1-1 0,-1 0 0,1 0 0,-2 0 0,1-1 0,-1 1 0,7-20 0,-2 2 0,-2 0 0,0 0 0,-2-1 0,-1 0 0,4-55 0,-10 77 0,1 4 0,0-1 0,-1 1 0,0-1 0,1 0 0,-1 1 0,-1-1 0,1 0 0,0 1 0,-1-1 0,0 1 0,0-1 0,0 1 0,0-1 0,-1 1 0,1 0 0,-3-4 0,3 6 0,1 1 0,-1 0 0,1 0 0,-1 0 0,1 0 0,-1 0 0,0 0 0,1 0 0,-1 0 0,1 0 0,-1 0 0,1 0 0,-1 0 0,1 0 0,-1 0 0,0 0 0,1 0 0,-1 1 0,1-1 0,-1 0 0,1 0 0,-1 1 0,1-1 0,-1 0 0,1 1 0,0-1 0,-1 0 0,1 1 0,-1-1 0,1 1 0,0-1 0,-1 1 0,1-1 0,0 1 0,0-1 0,-1 1 0,1-1 0,0 1 0,0 0 0,-12 26 0,11-25 0,-7 23 0,1 0 0,1 1 0,0-1 0,-2 53 0,7-69 0,1 1 0,0-1 0,1 1 0,0-1 0,0 1 0,1-1 0,0 0 0,1 1 0,0-1 0,0 0 0,1-1 0,0 1 0,1-1 0,-1 1 0,2-1 0,-1-1 0,8 9 0,-11-14 0,1 1 0,-1 0 0,1-1 0,0 1 0,-1-1 0,1 0 0,0 0 0,1 0 0,-1-1 0,0 1 0,0-1 0,1 1 0,-1-1 0,1 0 0,-1 0 0,1-1 0,-1 1 0,1-1 0,-1 0 0,1 0 0,0 0 0,-1 0 0,1 0 0,-1-1 0,1 0 0,-1 0 0,1 0 0,-1 0 0,1 0 0,-1-1 0,0 1 0,0-1 0,0 0 0,4-3 0,6-7 0,0 0 0,-1-2 0,0 1 0,-1-1 0,16-27 0,6-5 0,-31 47 0,0 1 0,1 0 0,-1 0 0,0 0 0,0 0 0,0 0 0,0 0 0,-1 0 0,1 1 0,-1-1 0,1 1 0,-1-1 0,2 4 0,11 16 0,-6-15 0,0 0 0,0-1 0,0 0 0,1 0 0,0-1 0,0-1 0,0 1 0,0-1 0,1-1 0,0 0 0,0 0 0,0-1 0,11 2 0,-14-3 0,0 0 0,0-1 0,-1 0 0,1 0 0,0 0 0,0-1 0,0 0 0,0 0 0,0 0 0,0-1 0,-1 0 0,1-1 0,-1 0 0,0 0 0,1 0 0,-1 0 0,-1-1 0,1 0 0,0 0 0,4-6 0,-6 3 0,0 0 0,-1 0 0,0-1 0,0 1 0,-1-1 0,0 0 0,0 1 0,-1-1 0,0 0 0,0 0 0,-1 0 0,0 0 0,0 0 0,-1 0 0,0 0 0,0 0 0,-1 0 0,-3-9 0,4 16 0,1 0 0,-1-1 0,1 1 0,-1 0 0,0 0 0,0 0 0,1 0 0,-1-1 0,0 1 0,0 0 0,0 0 0,0 1 0,0-1 0,0 0 0,0 0 0,-1 0 0,1 1 0,0-1 0,0 0 0,-1 1 0,1 0 0,0-1 0,-1 1 0,-1-1 0,1 1 0,-1 0 0,1 1 0,-1-1 0,0 1 0,1-1 0,-1 1 0,1 0 0,0 0 0,-1 0 0,1 0 0,0 0 0,-3 2 0,-3 3 0,0 0 0,1 0 0,-1 0 0,2 1 0,-1 0 0,-5 9 0,5-6 0,0 0 0,1 1 0,0-1 0,1 1 0,0 1 0,1-1 0,0 1 0,1 0 0,0 0 0,-1 14 0,3-22 0,1 0 0,0 1 0,0-1 0,1 0 0,-1 0 0,1 1 0,0-1 0,0 0 0,1 0 0,-1 0 0,1 0 0,0 0 0,0 0 0,0-1 0,0 1 0,1 0 0,-1-1 0,1 0 0,0 0 0,0 0 0,0 0 0,1 0 0,-1 0 0,1-1 0,-1 0 0,1 1 0,0-1 0,0-1 0,0 1 0,0-1 0,8 3 0,14 2 20,2 0 0,-1-2 0,1-1 0,-1-1 0,30-2 0,135-18-1505,-110 6-5341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22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2 24575,'-3'0'0,"-1"1"0,1 0 0,0 0 0,0 0 0,0 1 0,0-1 0,0 1 0,0-1 0,0 1 0,-3 3 0,5-5 0,1 0 0,-1 0 0,1 1 0,-1-1 0,1 0 0,-1 1 0,1-1 0,-1 0 0,1 1 0,0-1 0,-1 0 0,1 1 0,-1-1 0,1 1 0,0-1 0,-1 1 0,1-1 0,0 1 0,0-1 0,-1 1 0,1-1 0,0 1 0,0-1 0,0 1 0,0-1 0,0 1 0,-1-1 0,1 1 0,0 0 0,0-1 0,0 1 0,1-1 0,-1 1 0,0-1 0,0 1 0,0 0 0,0-1 0,0 1 0,1-1 0,-1 1 0,0-1 0,1 1 0,-1-1 0,0 1 0,1-1 0,-1 0 0,0 1 0,1-1 0,-1 1 0,1-1 0,-1 0 0,1 1 0,-1-1 0,1 0 0,-1 0 0,1 1 0,-1-1 0,1 0 0,-1 0 0,1 0 0,-1 0 0,1 0 0,0 1 0,23 3 0,0-1 0,0 0 0,0-2 0,0 0 0,42-6 0,-39 3 0,246-20 70,99-5-1505,-332 26-5391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25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610 104 24575,'-29'-35'0,"26"29"0,-1 1 0,0 0 0,1 1 0,-2-1 0,1 1 0,0-1 0,-1 2 0,0-1 0,0 0 0,0 1 0,0 0 0,-1 0 0,1 0 0,-1 1 0,1 0 0,-1 0 0,-12-2 0,4 3 0,0 0 0,0 2 0,0 0 0,0 0 0,0 1 0,0 1 0,0 0 0,1 1 0,-23 10 0,-5 5 0,-66 40 0,89-48 0,0 2 0,1 0 0,1 1 0,0 0 0,1 2 0,-14 18 0,23-26 0,1 0 0,-1 0 0,1 1 0,1 0 0,0 0 0,-6 18 0,9-23 0,0 1 0,0 0 0,0 0 0,1 0 0,0 0 0,0 0 0,0 0 0,1 0 0,-1 0 0,1 0 0,0 0 0,1 0 0,-1 0 0,4 5 0,-2-3 0,2-2 0,-1 1 0,1 0 0,-1-1 0,1 0 0,1 0 0,-1 0 0,1-1 0,0 0 0,0 0 0,0 0 0,1-1 0,-1 0 0,1 0 0,-1 0 0,1-1 0,7 2 0,19 3 0,-1 0 0,43 2 0,-75-9 0,41 3 0,0-2 0,-1-2 0,72-11 0,117-39 0,-222 49 0,-1 0 0,0 0 0,0-1 0,1 1 0,-2-1 0,1-1 0,0 1 0,-1-1 0,1 0 0,-1 0 0,6-7 0,-10 10 0,0-1 0,0 1 0,0-1 0,0 0 0,0 1 0,0-1 0,0 0 0,-1 1 0,1-1 0,-1 0 0,1 0 0,-1 1 0,0-1 0,0 0 0,0 0 0,0 0 0,0-3 0,-1 2 0,0 0 0,0 1 0,0-1 0,0 0 0,-1 1 0,1-1 0,-1 1 0,0-1 0,1 1 0,-1 0 0,0 0 0,0 0 0,-1 0 0,-3-3 0,2 3 0,1 0 0,-1 0 0,0 0 0,0 0 0,-1 1 0,1 0 0,0 0 0,0 0 0,-1 0 0,1 1 0,0 0 0,-1 0 0,1 0 0,0 0 0,-1 0 0,1 1 0,0 0 0,0 0 0,0 0 0,-1 1 0,1-1 0,0 1 0,-5 3 0,-13 6 0,0 2 0,-37 28 0,39-28 0,13-8 0,1 1 0,-1-1 0,1 1 0,0 0 0,0 1 0,0 0 0,-4 7 0,9-13 0,1 0 0,-1 1 0,0-1 0,1 0 0,-1 1 0,1-1 0,-1 0 0,1 1 0,0-1 0,-1 1 0,1-1 0,0 1 0,0-1 0,0 0 0,0 1 0,0-1 0,1 1 0,-1-1 0,1 3 0,0-3 0,0 1 0,0-1 0,1 1 0,-1-1 0,0 0 0,1 0 0,-1 1 0,1-1 0,-1 0 0,1 0 0,0 0 0,-1-1 0,1 1 0,0 0 0,0-1 0,0 1 0,-1-1 0,1 1 0,3-1 0,8 2 0,-1 0 0,0-1 0,1 0 0,-1-1 0,0-1 0,1 1 0,-1-2 0,0 0 0,0-1 0,0 0 0,0 0 0,0-2 0,-1 1 0,1-1 0,-1-1 0,-1 0 0,1-1 0,-1 0 0,0 0 0,12-13 0,-21 19 0,-1 0 0,1 0 0,0 0 0,-1 1 0,1-1 0,0 0 0,0 0 0,0 0 0,-1 1 0,1-1 0,0 0 0,0 1 0,0-1 0,0 1 0,0-1 0,0 1 0,1-1 0,-1 1 0,0 0 0,0-1 0,0 1 0,0 0 0,0 0 0,0 0 0,2 0 0,-1 1 0,-1 1 0,0-1 0,0 1 0,0-1 0,0 0 0,0 1 0,-1 0 0,1-1 0,0 1 0,-1-1 0,1 1 0,0 3 0,10 23 0,-8-23 0,0 0 0,1 0 0,0 0 0,0-1 0,0 1 0,0-1 0,1 0 0,0 0 0,0-1 0,0 1 0,0-1 0,0 0 0,1-1 0,-1 1 0,1-1 0,0 0 0,0-1 0,0 1 0,0-1 0,0 0 0,0 0 0,0-1 0,0 0 0,0 0 0,0-1 0,0 1 0,11-4 0,-7 2 0,-1 0 0,0-1 0,0-1 0,-1 1 0,1-1 0,-1-1 0,1 0 0,-1 0 0,-1 0 0,1-1 0,-1 0 0,0-1 0,0 0 0,-1 0 0,0 0 0,0-1 0,6-10 0,-1-5 0,-1 0 0,-1 0 0,-1-1 0,-1 1 0,-1-2 0,-2 1 0,0-1 0,-1 1 0,-2-1 0,-2-37 0,1 60 0,0-1 0,0 0 0,-1 0 0,1 1 0,-1-1 0,0 0 0,0 1 0,0-1 0,0 1 0,0-1 0,0 1 0,-2-3 0,2 4 0,0 0 0,1 1 0,-1-1 0,0 1 0,1-1 0,-1 1 0,0-1 0,0 1 0,0-1 0,1 1 0,-1 0 0,0-1 0,0 1 0,0 0 0,0 0 0,0-1 0,0 1 0,1 0 0,-1 0 0,0 0 0,0 0 0,0 1 0,0-1 0,-1 0 0,-2 2 0,1-1 0,-1 1 0,1 0 0,0 0 0,0 0 0,0 1 0,0-1 0,0 1 0,0 0 0,0 0 0,1 0 0,0 0 0,-1 0 0,-2 7 0,0-1 0,0 0 0,0 0 0,1 1 0,1 0 0,-1 0 0,2 0 0,-1 0 0,1 0 0,1 1 0,0-1 0,0 0 0,1 1 0,2 12 0,-1-16 0,1 0 0,0 0 0,0-1 0,1 1 0,-1 0 0,1-1 0,1 1 0,0-1 0,0 0 0,0 0 0,0 0 0,1-1 0,0 0 0,0 0 0,0 0 0,1 0 0,0-1 0,0 0 0,0 0 0,7 3 0,0-1 0,1-1 0,0 0 0,0-1 0,1 0 0,-1-1 0,1-1 0,0 0 0,0-1 0,0 0 0,0-2 0,-1 0 0,1 0 0,27-7 0,-29 5 0,1 0 0,-1-1 0,0-1 0,0 0 0,0-1 0,-1 0 0,0-1 0,0 0 0,0-1 0,-1 0 0,0-1 0,-1-1 0,0 1 0,17-23 0,-22 23 0,0-1 0,0-1 0,-1 1 0,0-1 0,-1 0 0,0 0 0,-1 0 0,0 0 0,0-19 0,-2 21 0,1 0 0,-1 0 0,-1-1 0,0 1 0,0 0 0,-1 0 0,0 0 0,-1 1 0,0-1 0,0 0 0,0 1 0,-8-11 0,11 17 0,-1 1 0,0 0 0,0-1 0,0 1 0,0 0 0,0 0 0,0 0 0,-1 0 0,1 0 0,0 0 0,-1 0 0,1 0 0,0 0 0,-1 0 0,1 1 0,-1-1 0,1 1 0,-1-1 0,1 1 0,-1 0 0,0-1 0,1 1 0,-1 0 0,-1 0 0,0 1 0,1 0 0,-1-1 0,1 1 0,0 0 0,-1 1 0,1-1 0,0 0 0,0 1 0,0-1 0,0 1 0,0 0 0,0-1 0,-2 4 0,-6 8 0,1-1 0,0 2 0,-12 25 0,20-36 0,-16 31 24,1 1 0,2 1 0,2 0 0,-11 49 0,20-73-107,1 0 1,0 0-1,1 0 1,1 0-1,-1 1 1,2-1-1,0 0 1,0 0-1,1 0 1,1 0-1,0 0 1,1-1-1,0 1 1,0-1-1,1 0 1,1 0-1,10 15 1,2-4-6744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2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524 47 24575,'-35'-14'0,"11"3"0,-4 4 0,0 2 0,0 1 0,0 1 0,-1 1 0,1 1 0,-1 2 0,1 1 0,-1 1 0,1 2 0,0 0 0,-46 17 0,67-20 0,-1 1 0,1 0 0,0 0 0,0 1 0,0 0 0,1 1 0,-11 8 0,16-12 0,0 0 0,0 0 0,0 0 0,0 0 0,0 1 0,0-1 0,0 0 0,0 1 0,0-1 0,1 0 0,-1 1 0,1-1 0,-1 1 0,1-1 0,-1 1 0,1-1 0,0 1 0,0 0 0,0-1 0,0 1 0,0-1 0,0 1 0,0-1 0,1 1 0,-1-1 0,0 1 0,1-1 0,-1 1 0,1-1 0,0 1 0,-1-1 0,1 0 0,0 1 0,0-1 0,0 0 0,0 0 0,0 1 0,0-1 0,0 0 0,0 0 0,1 0 0,-1-1 0,0 1 0,3 1 0,17 10 0,0-1 0,0-1 0,0-1 0,1-2 0,1 0 0,39 8 0,-17-5 0,0 1 0,-21-6 0,-1 1 0,-1 0 0,1 2 0,22 11 0,-43-18 0,0 0 0,0 0 0,0 0 0,-1 0 0,1 0 0,0 1 0,0-1 0,-1 1 0,1-1 0,-1 1 0,1 0 0,-1 0 0,0-1 0,0 1 0,1 0 0,0 4 0,-2-5 0,0 0 0,0 1 0,1-1 0,-1 0 0,-1 1 0,1-1 0,0 0 0,0 1 0,0-1 0,-1 0 0,1 1 0,-1-1 0,1 0 0,-1 1 0,1-1 0,-1 0 0,0 0 0,0 0 0,-1 2 0,-3 2 0,0-1 0,0 1 0,0-1 0,0-1 0,-1 1 0,1-1 0,-1 0 0,0 0 0,-10 3 0,4-2-76,-33 11-353,0-1-1,-84 13 0,107-25-6396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27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177 381 24575,'-10'8'0,"0"-1"0,0 0 0,0 0 0,-23 9 0,-28 18 0,58-31 0,-1-1 0,1 1 0,-1 0 0,1 1 0,0-1 0,0 1 0,1-1 0,-1 1 0,1 0 0,-1 0 0,1 0 0,-2 7 0,3-10 0,1 1 0,-1 0 0,1 0 0,-1 0 0,1-1 0,0 1 0,0 0 0,0 0 0,0 0 0,0 0 0,0 0 0,0-1 0,1 1 0,-1 0 0,1 0 0,-1 0 0,1-1 0,0 1 0,0 0 0,-1-1 0,1 1 0,3 2 0,-2-1 0,1-1 0,-1 0 0,1 0 0,0 0 0,0 0 0,0 0 0,0-1 0,0 1 0,1-1 0,-1 0 0,6 1 0,0 0 0,0 0 0,0-1 0,1 0 0,-1-1 0,0 0 0,1-1 0,-1 0 0,13-3 0,-6-1 0,0-1 0,25-15 0,-31 15 0,0 1 0,0 0 0,1 0 0,0 1 0,0 0 0,0 1 0,0 1 0,15-3 0,3 3 0,0-2 0,-1-1 0,1-2 0,-1-1 0,51-21 0,-63 22 0,0 0 0,-1-1 0,0-1 0,0 0 0,-1-1 0,-1-1 0,1 0 0,-2-1 0,0 0 0,0-1 0,12-18 0,-19 22 0,-1 0 0,1-1 0,-2 0 0,1 1 0,-1-1 0,-1-1 0,0 1 0,-1 0 0,1 0 0,-2-1 0,0 1 0,0-1 0,-2-11 0,2 18 0,-1-1 0,0 0 0,1 1 0,-2-1 0,1 1 0,0-1 0,-1 1 0,0 0 0,0-1 0,0 1 0,-1 0 0,1 0 0,-1 0 0,0 1 0,0-1 0,-1 1 0,1 0 0,-1-1 0,1 1 0,-1 1 0,0-1 0,0 1 0,0-1 0,0 1 0,-1 0 0,1 1 0,-1-1 0,1 1 0,-1 0 0,-7-1 0,5 2 0,0 0 0,0 1 0,0 0 0,1 0 0,-1 1 0,1 0 0,-1 0 0,1 1 0,0-1 0,-1 1 0,1 1 0,1-1 0,-1 1 0,1 0 0,-1 0 0,1 1 0,0 0 0,-6 7 0,2-2 0,-1 1 0,2 1 0,0 0 0,0 0 0,1 0 0,0 1 0,-8 24 0,11-26 0,1 0 0,1 0 0,0 0 0,0 0 0,1 0 0,0 1 0,1-1 0,1 0 0,-1 0 0,2 1 0,0-1 0,0 0 0,1 0 0,0-1 0,7 17 0,-4-17 0,0 1 0,1-1 0,0 0 0,0-1 0,1 1 0,1-1 0,0-1 0,0 0 0,0 0 0,1-1 0,0 0 0,0 0 0,1-1 0,13 5 0,-2-2 0,-1-1 0,1-1 0,0-1 0,0 0 0,1-2 0,0-1 0,0-1 0,-1 0 0,1-2 0,25-3 0,-30 1 0,-1 0 0,0-2 0,-1 0 0,1-1 0,-1 0 0,0-2 0,0 0 0,-1 0 0,0-2 0,0 0 0,0 0 0,-2-2 0,1 1 0,12-15 0,-18 15 0,0 0 0,-1-1 0,0 0 0,-1 0 0,0-1 0,-1 1 0,7-22 0,-8 19 0,1 1 0,1 0 0,0 0 0,0 1 0,11-15 0,-15 25 0,0 0 0,0 1 0,-1-1 0,1 1 0,0-1 0,0 1 0,0 0 0,1 0 0,-1 0 0,0 0 0,0 0 0,1 0 0,-1 1 0,0-1 0,1 1 0,-1 0 0,0-1 0,1 1 0,-1 0 0,1 0 0,-1 1 0,0-1 0,1 1 0,-1-1 0,0 1 0,1-1 0,-1 1 0,0 0 0,3 2 0,9 3 0,-1 1 0,1 1 0,17 13 0,-17-11 0,17 9 0,-20-13 0,0 0 0,-1 1 0,0 0 0,10 9 0,-20-16 0,0 0 0,0 0 0,0 0 0,0 0 0,1 1 0,-1-1 0,0 0 0,0 0 0,0 0 0,0 0 0,0 0 0,1 0 0,-1 1 0,0-1 0,0 0 0,0 0 0,0 0 0,0 0 0,0 0 0,0 1 0,0-1 0,0 0 0,0 0 0,0 0 0,0 1 0,0-1 0,0 0 0,0 0 0,0 0 0,0 0 0,0 1 0,0-1 0,0 0 0,0 0 0,0 0 0,0 0 0,0 1 0,0-1 0,0 0 0,0 0 0,0 0 0,0 0 0,0 1 0,-1-1 0,1 0 0,0 0 0,0 0 0,0 0 0,0 0 0,0 0 0,-1 1 0,-14 0 0,-29-6 0,33 4 0,-36-4 0,-1 2 0,-84 5 0,111 0 0,1 1 0,0 1 0,0 0 0,0 2 0,1 0 0,0 1 0,0 1 0,1 1 0,-20 12 0,34-19 0,0 1 0,0 0 0,1 0 0,0 0 0,-1 0 0,1 0 0,0 1 0,0-1 0,1 1 0,-1 0 0,1 0 0,0 0 0,0 0 0,-3 8 0,5-10 0,-1 1 0,1-1 0,0 0 0,0 0 0,1 0 0,-1 0 0,0 0 0,1 1 0,-1-1 0,1 0 0,0 0 0,-1 0 0,1 0 0,0 0 0,0 0 0,1-1 0,-1 1 0,0 0 0,0-1 0,1 1 0,-1 0 0,1-1 0,0 0 0,-1 1 0,1-1 0,0 0 0,0 0 0,0 0 0,0 0 0,0 0 0,0 0 0,0-1 0,2 2 0,12 2 0,-1 1 0,1-2 0,0 0 0,0-1 0,0 0 0,0-2 0,0 0 0,0 0 0,27-6 0,4-2 0,-1-3 0,45-16 0,-63 18 0,0-2 0,0 0 0,-2-2 0,1-1 0,-2-1 0,1-1 0,43-39 0,-60 47 0,0 0 0,-2-1 0,1 0 0,-1-1 0,0 1 0,-1-1 0,0-1 0,0 1 0,-1-1 0,-1 0 0,0 0 0,0 0 0,-1-1 0,-1 1 0,0-1 0,0 0 0,-1 0 0,-1 0 0,0 1 0,0-1 0,-1 0 0,-5-21 0,4 24 0,0 0 0,-1 0 0,0 1 0,-1-1 0,1 1 0,-2-1 0,1 2 0,-1-1 0,0 0 0,-1 1 0,-6-7 0,10 12 0,0 0 0,-1 0 0,0 0 0,1 0 0,-1 1 0,0-1 0,0 1 0,0 0 0,0 0 0,0 0 0,0 0 0,0 0 0,0 1 0,0-1 0,0 1 0,0 0 0,-1 0 0,1 0 0,0 0 0,0 1 0,0-1 0,0 1 0,0 0 0,0 0 0,0 0 0,0 0 0,0 0 0,0 1 0,0-1 0,1 1 0,-1 0 0,1 0 0,-1 0 0,-3 4 0,-6 5 0,1 0 0,0 1 0,1 0 0,0 1 0,1 0 0,1 1 0,0 0 0,-7 15 0,-3 13 0,-19 67 0,31-87 0,0 0 0,2 0 0,0 0 0,1 0 0,2 0 0,1 40 0,1-53 0,0-1 0,0 0 0,1 0 0,0-1 0,0 1 0,1 0 0,0-1 0,0 1 0,1-1 0,0 0 0,0 0 0,0 0 0,1-1 0,0 1 0,1-1 0,-1-1 0,1 1 0,1-1 0,-1 0 0,0 0 0,15 7 0,32 9-1365,0-8-5461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29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562 96 24575,'-37'-22'0,"-53"-22"0,77 38 0,1 1 0,-1 1 0,0 0 0,-1 1 0,1 0 0,0 1 0,-1 1 0,-17-1 0,23 4 0,0-1 0,0 1 0,0 1 0,1-1 0,-1 1 0,1 1 0,-1-1 0,1 1 0,0 1 0,1-1 0,-1 1 0,1 0 0,0 1 0,0-1 0,1 1 0,-1 1 0,1-1 0,1 1 0,-9 13 0,-5 13 0,1 2 0,-23 67 0,33-83 0,-54 177 0,56-172 0,1-1 0,1 1 0,0 0 0,2 0 0,1 0 0,4 36 0,-3-56 0,-1 1 0,1-1 0,0 0 0,0 1 0,1-1 0,-1 0 0,1 0 0,0 0 0,0 0 0,1 0 0,-1 0 0,1 0 0,-1-1 0,1 0 0,0 1 0,1-1 0,-1 0 0,0 0 0,1-1 0,0 1 0,0-1 0,7 4 0,-4-4 0,1 0 0,-1 0 0,1-1 0,0 0 0,-1 0 0,1-1 0,0 0 0,0 0 0,0-1 0,-1 0 0,1 0 0,11-4 0,3-2 0,0-2 0,0 0 0,-1-1 0,0-1 0,0-1 0,-2-1 0,1-1 0,-2-1 0,0 0 0,-1-1 0,0-1 0,-1-1 0,-1 0 0,25-40 0,-39 57 0,0 0 0,0-1 0,0 1 0,-1 0 0,1-1 0,0 1 0,0 0 0,-1-1 0,1 1 0,-1-1 0,1 1 0,-1-1 0,0 1 0,0-1 0,0 1 0,1-1 0,-1 1 0,-1-1 0,1 1 0,0-1 0,0 1 0,0-1 0,-1 1 0,1-1 0,-1 1 0,1 0 0,-1-1 0,0 1 0,-1-3 0,0 4 0,1-1 0,-1 1 0,1 0 0,-1 0 0,1 0 0,-1 0 0,1 0 0,-1 0 0,1 0 0,-1 0 0,1 1 0,-1-1 0,1 0 0,-1 1 0,1-1 0,-1 1 0,1 0 0,0 0 0,-1-1 0,1 1 0,0 0 0,0 0 0,0 0 0,0 0 0,0 0 0,0 1 0,0-1 0,0 0 0,-1 2 0,0-1 0,0 0 0,0 0 0,1-1 0,-1 1 0,0 0 0,1 0 0,0 1 0,-1-1 0,1 0 0,0 0 0,0 1 0,1-1 0,-1 0 0,0 1 0,1-1 0,-1 1 0,1-1 0,0 1 0,0-1 0,0 1 0,0-1 0,0 1 0,1-1 0,-1 1 0,1-1 0,-1 1 0,1-1 0,0 0 0,0 1 0,0-1 0,0 0 0,1 0 0,-1 0 0,0 0 0,1 0 0,0 0 0,3 3 0,0-1 0,0 0 0,0 0 0,1 0 0,0-1 0,0 0 0,-1 0 0,2-1 0,-1 0 0,0 0 0,0 0 0,1-1 0,-1 1 0,13-1 0,-8-1 0,0-2 0,0 1 0,-1-1 0,1-1 0,-1 0 0,1 0 0,-1-1 0,0 0 0,0-1 0,0 0 0,-1-1 0,12-9 0,-16 11 0,0 0 0,-1 0 0,1 0 0,-1-1 0,0 0 0,0 0 0,0 0 0,-1 0 0,0-1 0,3-7 0,-4 10 0,-1-1 0,0 0 0,0 0 0,0 0 0,-1 0 0,0 0 0,1 0 0,-2 0 0,1 0 0,0 0 0,-1 0 0,1 0 0,-1 0 0,0 0 0,0 1 0,-1-1 0,-2-4 0,2 3 0,0 2 0,0-1 0,0 0 0,-1 0 0,1 1 0,-1-1 0,0 1 0,0 0 0,-1 0 0,1 0 0,-1 0 0,1 1 0,-1 0 0,0-1 0,0 1 0,0 0 0,0 1 0,-8-3 0,5 2 0,-1 1 0,0 1 0,1-1 0,-1 1 0,0 0 0,0 1 0,1 0 0,-1 0 0,1 1 0,-11 2 0,5 1 0,1-1 0,-1 2 0,1-1 0,0 2 0,0 0 0,1 0 0,0 1 0,0 0 0,1 1 0,0 0 0,0 1 0,-9 12 0,18-20 0,-1 0 0,1 0 0,0 0 0,0 0 0,0 0 0,0 1 0,0-1 0,0 0 0,1 0 0,-1 1 0,1-1 0,-1 1 0,1-1 0,0 0 0,0 1 0,0-1 0,0 0 0,1 1 0,-1-1 0,1 0 0,-1 1 0,1-1 0,1 3 0,0-1 0,1 0 0,-1-1 0,1 1 0,0-1 0,0 0 0,1 0 0,-1 0 0,0 0 0,1 0 0,0-1 0,6 4 0,7 2 0,1 0 0,-1-1 0,2-2 0,32 8 0,8-5 0,1-2 0,-1-3 0,1-2 0,0-3 0,0-3 0,0-2 0,-1-2 0,72-23 0,-129 32 0,24-8 0,43-17 0,-63 22 0,0 1 0,0-1 0,-1-1 0,0 1 0,1-1 0,-1 0 0,0 0 0,-1 0 0,1-1 0,-1 1 0,0-1 0,0 0 0,4-8 0,-7 12 0,0-1 0,0 0 0,-1 0 0,1 0 0,0 0 0,-1 0 0,0 0 0,1-1 0,-1 1 0,0 0 0,0 0 0,0 0 0,0 0 0,0 0 0,-1 0 0,1 0 0,-1 0 0,1 0 0,-1 0 0,0 0 0,-1-3 0,-1 1 0,0 0 0,0 1 0,0 0 0,0-1 0,0 1 0,0 0 0,-1 1 0,0-1 0,-7-4 0,-8-2 0,0 1 0,-1 0 0,-30-6 0,41 11 0,-11-2 0,-1 1 0,-1 0 0,1 2 0,0 0 0,-1 1 0,1 1 0,-1 2 0,-25 4 0,35-4 0,-1 0 0,1 2 0,0-1 0,0 2 0,0-1 0,1 2 0,-1 0 0,1 0 0,1 1 0,-1 0 0,1 1 0,0 0 0,1 0 0,0 1 0,-10 13 0,17-20 0,0 1 0,0-1 0,0 1 0,1 0 0,-1 0 0,0 0 0,1 0 0,0 0 0,0 0 0,0 0 0,0 0 0,1 0 0,-1 1 0,1-1 0,0 0 0,-1 0 0,2 6 0,0-6 0,0-1 0,0 1 0,0-1 0,0 1 0,0-1 0,1 1 0,-1-1 0,1 0 0,0 1 0,0-1 0,0 0 0,0 0 0,0-1 0,0 1 0,0 0 0,4 1 0,8 4 0,0 0 0,0-2 0,0 0 0,1 0 0,29 4 0,-34-7 0,7 1 0,0 0 0,-1 1 0,1 1 0,17 8 0,-29-11 0,-1 1 0,1-1 0,-1 1 0,0 0 0,0 0 0,0 0 0,-1 1 0,1-1 0,-1 1 0,1 0 0,-1 0 0,-1 0 0,1 0 0,0 1 0,-1-1 0,0 1 0,0-1 0,2 10 0,0 4 0,-2 0 0,0-1 0,-1 1 0,0 0 0,-2 0 0,0 0 0,-7 34 0,-41 126 0,22-94 0,10-17 0,-18 53 0,35-117 0,-1-1 0,0 0 0,0 1 0,0-1 0,0 0 0,0 0 0,-1 1 0,1-1 0,-1 0 0,1-1 0,-1 1 0,0 0 0,0 0 0,-3 2 0,4-4 0,0 0 0,1 1 0,-1-1 0,0 0 0,0 0 0,1 0 0,-1 0 0,0 0 0,0 0 0,1 0 0,-1-1 0,0 1 0,0 0 0,1 0 0,-1 0 0,0-1 0,1 1 0,-1-1 0,0 1 0,1 0 0,-1-1 0,0 1 0,1-1 0,-1 1 0,1-1 0,-1 1 0,1-1 0,-1 0 0,0 0 0,-2-4 0,0-1 0,1 1 0,0 0 0,-1-1 0,2 1 0,-1-1 0,1 1 0,0-1 0,0 0 0,0-10 0,2-2 0,1-1 0,0 0 0,2 1 0,0-1 0,2 1 0,-1 0 0,2 1 0,1-1 0,0 1 0,16-24 0,6-4 0,2 1 0,53-56 0,8 9 0,181-139 0,-129 114 0,-112 90 0,39-34 0,-67 55 0,0-1 0,0 1 0,0-1 0,-1 0 0,0 0 0,0 0 0,0 0 0,-1-1 0,5-13 0,-8 19 0,0 0 0,1-1 0,-1 1 0,0 0 0,0-1 0,0 1 0,0-1 0,0 1 0,0 0 0,0-1 0,0 1 0,0 0 0,-1-1 0,1 1 0,0 0 0,-1-1 0,1 1 0,-1 0 0,0 0 0,1-1 0,-1 1 0,0 0 0,0 0 0,0 0 0,-1-1 0,0 0 0,-1 1 0,1-1 0,-1 0 0,0 1 0,0 0 0,0 0 0,0 0 0,0 0 0,0 0 0,-5 0 0,-4 0 0,1 0 0,-1 1 0,0 1 0,1 0 0,-13 2 0,14-1 0,1 1 0,0-1 0,0 2 0,0-1 0,1 1 0,-1 1 0,1-1 0,0 2 0,0-1 0,-12 11 0,17-13 0,1 0 0,-1 0 0,1 0 0,-1 0 0,1 0 0,0 0 0,0 1 0,0-1 0,0 1 0,1 0 0,0-1 0,0 1 0,0 0 0,0 0 0,0 0 0,1 0 0,-1 0 0,1 0 0,0 0 0,0 0 0,1 0 0,-1 0 0,1-1 0,0 1 0,0 0 0,0 0 0,3 5 0,3 3 0,1 0 0,0-1 0,0 0 0,1-1 0,1 1 0,0-2 0,0 1 0,1-1 0,0-1 0,23 13 0,30 27 0,-39-18 120,-24-30-164,-1 1 1,0 0-1,1 0 0,-1 0 1,0 0-1,1 0 0,-1 0 1,0 0-1,0 0 0,0 0 0,0 0 1,0 0-1,0 0 0,0 0 1,0 0-1,-1 0 0,1 0 1,0 0-1,-1 0 0,1 0 1,0 0-1,-1 0 0,1 0 1,-1 0-1,0-1 0,1 1 1,-1 0-1,1 0 0,-1-1 1,0 1-1,0 0 0,0-1 1,-1 2-1,-17 8-6782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0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230 237 24575,'0'-14'0,"-4"-96"0,3 101 0,-1-1 0,0 1 0,0 0 0,0 0 0,-1 0 0,-1 0 0,1 1 0,-2-1 0,-5-9 0,10 17 0,-1 0 0,1 1 0,-1-1 0,1 0 0,-1 0 0,0 0 0,1 1 0,-1-1 0,0 0 0,0 1 0,1-1 0,-1 0 0,0 1 0,0-1 0,0 1 0,0 0 0,0-1 0,0 1 0,0-1 0,1 1 0,-1 0 0,0 0 0,0 0 0,0 0 0,0 0 0,0 0 0,0 0 0,0 0 0,0 0 0,0 0 0,0 0 0,0 0 0,0 1 0,0-1 0,0 1 0,0-1 0,0 0 0,0 1 0,0-1 0,0 1 0,1 0 0,-1-1 0,0 1 0,0 0 0,1-1 0,-1 1 0,1 0 0,-1 0 0,0 0 0,1 0 0,-1 1 0,-5 7 0,0 1 0,1 0 0,-7 19 0,8-20 0,-21 61 0,2 1 0,4 1 0,3 0 0,-14 149 0,29-213 0,-1 21 0,2 44 0,0-67 0,0-1 0,1 1 0,-1 0 0,2-1 0,-1 1 0,0 0 0,1-1 0,0 0 0,0 1 0,1-1 0,0 0 0,0 0 0,0 0 0,6 7 0,-8-11 0,0-1 0,0 1 0,1 0 0,-1-1 0,0 1 0,0-1 0,0 0 0,0 1 0,0-1 0,1 0 0,-1 0 0,0 0 0,0 0 0,0 0 0,1 0 0,-1 0 0,0 0 0,0 0 0,0 0 0,1-1 0,-1 1 0,0-1 0,0 1 0,0-1 0,0 1 0,0-1 0,0 1 0,0-1 0,0 0 0,0 0 0,0 1 0,0-1 0,0 0 0,-1 0 0,1 0 0,1-1 0,28-40 0,-29 40 0,30-58 0,-20 36 0,1 1 0,22-32 0,-31 50 0,1 0 0,0 1 0,-1-1 0,2 1 0,-1 0 0,0 0 0,1 1 0,0-1 0,0 1 0,0 0 0,0 1 0,0-1 0,0 1 0,1 0 0,-1 0 0,9-1 0,-11 3 0,1 0 0,-1 0 0,0 0 0,1 0 0,-1 1 0,0 0 0,1 0 0,-1 0 0,0 0 0,0 0 0,0 0 0,0 1 0,0 0 0,0-1 0,0 1 0,3 4 0,44 43 0,-23-20 0,-11-14 0,1-1 0,0-1 0,2-1 0,-1-1 0,1 0 0,1-1 0,0-1 0,0-1 0,1-1 0,23 6 0,-33-11 0,0 0 0,0-1 0,1 0 0,-1 0 0,0-1 0,0 0 0,0-1 0,1-1 0,-1 0 0,0 0 0,-1-1 0,1 0 0,0-1 0,-1-1 0,0 1 0,0-1 0,0-1 0,-1 0 0,1 0 0,-1-1 0,11-12 0,-15 15 0,-1 0 0,0-1 0,0 1 0,0-1 0,-1 0 0,0 0 0,0 0 0,0-1 0,-1 1 0,1-1 0,-1 0 0,0 1 0,-1-1 0,0 0 0,0 0 0,0 0 0,0 0 0,-1 0 0,0 0 0,0 0 0,-1 0 0,0 0 0,0 0 0,0 0 0,-1 0 0,0 0 0,0 1 0,0-1 0,-1 1 0,0-1 0,0 1 0,0 0 0,0 0 0,-1 0 0,-6-6 0,4 4 0,-1 1 0,0-1 0,0 1 0,0 1 0,-1 0 0,1 0 0,-1 0 0,0 1 0,-1 0 0,1 0 0,-1 1 0,0 0 0,0 1 0,0 0 0,0 0 0,0 1 0,0 0 0,0 1 0,0 0 0,-1 0 0,1 1 0,0 0 0,-10 3 0,5 1 0,1 0 0,0 1 0,0 1 0,1 0 0,-1 1 0,1 0 0,1 1 0,0 0 0,-18 20 0,25-25 0,1 0 0,0 0 0,0 0 0,1 0 0,-1 0 0,1 1 0,0-1 0,0 1 0,0-1 0,1 1 0,0 0 0,0 0 0,-1 9 0,2-10 0,1 0 0,-1-1 0,1 1 0,0 0 0,0 0 0,0-1 0,1 1 0,-1-1 0,1 1 0,0-1 0,0 0 0,0 0 0,1 1 0,-1-1 0,1-1 0,-1 1 0,1 0 0,0-1 0,0 1 0,5 2 0,-1 0 0,0-1 0,0 0 0,0 0 0,1 0 0,0-1 0,-1 0 0,1-1 0,0 0 0,1 0 0,-1 0 0,0-1 0,0 0 0,1-1 0,-1 0 0,0 0 0,1-1 0,-1 0 0,0-1 0,0 1 0,11-5 0,-2 0 0,0-2 0,-1 1 0,0-2 0,0 0 0,-1-1 0,0-1 0,-1 0 0,17-17 0,-28 25 0,0 0 0,-1 0 0,2 1 0,-1 0 0,0-1 0,0 1 0,1 0 0,4-2 0,-7 4 0,-1 0 0,1 0 0,-1 0 0,1 0 0,0 0 0,-1 0 0,1 0 0,-1 0 0,1 0 0,-1 0 0,1 0 0,-1 0 0,1 0 0,0 0 0,-1 1 0,1-1 0,-1 0 0,1 0 0,-1 1 0,1-1 0,-1 0 0,0 1 0,2 0 0,5 21 0,-5 8 0,-2-19 0,1 0 0,0-1 0,0 1 0,1 0 0,1 0 0,5 14 0,-7-22 0,1-1 0,-1 1 0,1-1 0,-1 0 0,1 0 0,0 0 0,0 0 0,0 0 0,0 0 0,0 0 0,0-1 0,1 1 0,-1-1 0,0 1 0,1-1 0,-1 0 0,1 0 0,0 0 0,-1 0 0,1-1 0,0 1 0,-1-1 0,1 1 0,0-1 0,0 0 0,-1 0 0,1 0 0,0-1 0,0 1 0,-1-1 0,5-1 0,2 0 0,0-1 0,-1 0 0,1-1 0,-1 0 0,0 0 0,0-1 0,0 0 0,-1-1 0,1 1 0,-1-1 0,-1-1 0,1 1 0,-1-1 0,0-1 0,-1 1 0,9-15 0,-2 2 0,-1-1 0,-1 0 0,-1 0 0,-1-1 0,8-36 0,-14 49 0,0-1 0,-1 0 0,-1 1 0,0-1 0,0 0 0,-2-11 0,2 20 0,0-1 0,-1 1 0,1 0 0,0 0 0,0-1 0,-1 1 0,1 0 0,-1 0 0,1 0 0,-1 0 0,0 0 0,1 0 0,-1 0 0,0 0 0,0 0 0,0 0 0,0 0 0,0 0 0,1 0 0,-2 1 0,-1-2 0,1 2 0,1 0 0,-1 0 0,0 0 0,0 0 0,1 1 0,-1-1 0,0 1 0,0-1 0,1 1 0,-1 0 0,0-1 0,1 1 0,-1 0 0,1 0 0,-1 0 0,1 0 0,0 0 0,-1 1 0,1-1 0,-2 3 0,-3 1 0,0 1 0,1 0 0,0 0 0,0 0 0,1 1 0,-1 0 0,2 0 0,-1 0 0,1 0 0,0 0 0,0 1 0,-3 13 0,6-16 0,-1 0 0,1 0 0,0 0 0,0 1 0,1-1 0,0 0 0,-1 0 0,2 0 0,-1 0 0,1 0 0,-1-1 0,1 1 0,1 0 0,-1-1 0,1 1 0,-1-1 0,1 0 0,0 0 0,1 0 0,5 6 0,4 1 0,1-1 0,0 0 0,0-1 0,1 0 0,28 12 0,12 7 0,-53-28 0,0 1 0,-1 0 0,1-1 0,-1 1 0,1 0 0,-1 0 0,0 0 0,1 0 0,-1 0 0,0 0 0,0 1 0,1-1 0,-1 0 0,0 1 0,0-1 0,-1 1 0,1-1 0,0 1 0,0-1 0,-1 1 0,1-1 0,-1 1 0,1 3 0,-1-4 0,-1 1 0,0-1 0,0 0 0,0 1 0,0-1 0,0 0 0,0 1 0,-1-1 0,1 0 0,0 0 0,-1 0 0,1 0 0,0 0 0,-1 0 0,1-1 0,-1 1 0,1 0 0,-1-1 0,0 1 0,1-1 0,-1 0 0,0 1 0,-2-1 0,-47 12-1365,27-6-5461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1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614 101 24575,'1'-1'0,"0"0"0,0 0 0,0 0 0,0 0 0,0-1 0,0 1 0,0 0 0,0 0 0,0-1 0,-1 1 0,1 0 0,-1-1 0,1 1 0,-1-1 0,1 1 0,-1-1 0,0 1 0,1-1 0,-1 1 0,0-1 0,0 1 0,0-1 0,0 1 0,-1-1 0,1 1 0,0 0 0,-1-2 0,-1 0 0,1 0 0,-1 1 0,0-1 0,0 1 0,0 0 0,0 0 0,0 0 0,-1 0 0,1 0 0,-1 0 0,1 0 0,-5-2 0,-4-1 0,-1 0 0,0 0 0,0 1 0,0 1 0,-18-4 0,7 6 0,1 0 0,0 2 0,-1 1 0,1 0 0,0 2 0,0 0 0,0 1 0,-33 14 0,23-6 0,-1 1 0,2 2 0,0 0 0,-50 38 0,74-48 0,0 1 0,0-1 0,0 1 0,1 1 0,0-1 0,-8 15 0,12-21 0,1 1 0,1-1 0,-1 0 0,0 1 0,0-1 0,0 1 0,1-1 0,-1 1 0,1-1 0,-1 1 0,1-1 0,0 1 0,0 0 0,-1-1 0,1 1 0,0 0 0,0-1 0,1 1 0,-1-1 0,0 1 0,0 0 0,1-1 0,-1 1 0,1-1 0,-1 1 0,1-1 0,0 1 0,0-1 0,0 1 0,0-1 0,0 0 0,0 0 0,0 1 0,0-1 0,0 0 0,0 0 0,1 0 0,-1 0 0,0 0 0,1-1 0,-1 1 0,1 0 0,-1 0 0,1-1 0,-1 1 0,1-1 0,1 1 0,11 2 0,1 0 0,-1-1 0,1-1 0,-1 0 0,1-1 0,0-1 0,-1 0 0,1-1 0,21-5 0,14-7 0,63-25 0,-99 33 0,-10 5 0,0-1 0,0 1 0,0-1 0,0 1 0,0 1 0,0-1 0,1 0 0,-1 1 0,0 0 0,0 0 0,1 0 0,5 2 0,-9-2 0,1 1 0,-1 0 0,1 0 0,-1 0 0,0 0 0,1 0 0,-1 0 0,0 0 0,0 1 0,0-1 0,0 0 0,0 1 0,0-1 0,0 1 0,0-1 0,0 1 0,-1-1 0,1 1 0,-1 0 0,1-1 0,-1 1 0,0 0 0,1-1 0,-1 1 0,0 0 0,0 0 0,0-1 0,0 1 0,-1 0 0,1-1 0,0 1 0,-2 3 0,-40 199 0,3-27 0,-5 304 0,44-477 0,0 1 0,-1 0 0,0-1 0,1 1 0,-2-1 0,1 1 0,0-1 0,-4 8 0,4-12 0,1 1 0,0-1 0,-1 1 0,1-1 0,-1 1 0,1-1 0,-1 1 0,1-1 0,-1 1 0,1-1 0,-1 0 0,1 1 0,-1-1 0,1 0 0,-1 1 0,0-1 0,1 0 0,-1 0 0,0 0 0,1 0 0,-1 1 0,1-1 0,-1 0 0,-1 0 0,1-1 0,-1 1 0,1-1 0,-1 0 0,1 1 0,-1-1 0,1 0 0,-1 0 0,1 0 0,0 0 0,-1 0 0,1 0 0,0 0 0,0 0 0,-1-2 0,-6-7 0,2 0 0,-1 0 0,2 0 0,-1-1 0,1 0 0,1 0 0,0 0 0,-5-23 0,4 10 0,1-1 0,1 1 0,1-34 0,3 38 0,1 0 0,0 0 0,2 0 0,0 1 0,1-1 0,1 1 0,17-37 0,-9 30 0,1 0 0,1 0 0,1 2 0,35-39 0,12 2 0,2 2 0,119-83 0,-140 110 0,-28 19 0,128-100 0,-145 113 0,1 0 0,-1-1 0,0 1 0,0 0 0,0 0 0,0-1 0,0 1 0,0 0 0,0 0 0,1 0 0,-1-1 0,0 1 0,0 0 0,0 0 0,0 0 0,1-1 0,-1 1 0,0 0 0,0 0 0,0 0 0,1 0 0,-1 0 0,0-1 0,0 1 0,1 0 0,-1 0 0,0 0 0,0 0 0,1 0 0,-1 0 0,0 0 0,1 0 0,-1 0 0,0 0 0,0 0 0,1 0 0,-1 0 0,0 0 0,0 0 0,1 0 0,-1 0 0,0 1 0,0-1 0,1 0 0,-1 0 0,0 0 0,0 0 0,0 0 0,1 1 0,-1-1 0,0 0 0,0 0 0,0 0 0,0 1 0,1-1 0,-5 23 0,-20 48 0,16-52 0,-1 7 0,1 0 0,-8 52 0,15-70 0,0 0 0,0-1 0,1 1 0,0 0 0,1-1 0,-1 1 0,2 0 0,-1-1 0,1 1 0,0-1 0,0 1 0,1-1 0,0 0 0,1 0 0,3 7 0,-5-12-85,-1-1 0,0 1-1,1 0 1,-1-1 0,1 1-1,0-1 1,-1 0 0,1 1-1,0-1 1,0 0 0,0 0-1,0 0 1,0 0 0,0 0-1,4 0 1,11 1-6741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1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83 24575,'-5'-17'0,"-5"-15"0,-1-1-8191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2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 24575,'-4'0'0,"1"0"0,-1 0 0,0 0 0,0 1 0,0-1 0,1 1 0,-1 0 0,0 0 0,1 0 0,-1 1 0,1-1 0,-1 1 0,1 0 0,0 0 0,0 0 0,0 0 0,0 1 0,0-1 0,0 1 0,-3 3 0,2 0 0,1 0 0,0 1 0,0-1 0,0 1 0,1-1 0,0 1 0,0 0 0,1 0 0,0 0 0,-1 9 0,2-15 0,-3 30 0,1 0 0,3 42 0,-1-67 0,0 0 0,1 1 0,-1-1 0,2 0 0,-1 0 0,0 0 0,1 0 0,0 0 0,1 0 0,0-1 0,-1 1 0,1-1 0,1 0 0,-1 1 0,1-2 0,0 1 0,0 0 0,1-1 0,5 5 0,-7-7 0,0-1 0,0 0 0,0 0 0,0 0 0,0-1 0,0 1 0,0-1 0,0 1 0,0-1 0,0 0 0,0 0 0,0 0 0,0-1 0,0 1 0,0-1 0,0 0 0,0 0 0,0 0 0,0 0 0,0 0 0,-1 0 0,1-1 0,0 0 0,-1 1 0,1-1 0,-1 0 0,0 0 0,0 0 0,3-3 0,7-8 0,1-1 0,-2 0 0,16-24 0,-22 30 0,7-11 0,-8 12 0,0 0 0,0 0 0,0 1 0,0 0 0,1 0 0,0 0 0,1 0 0,-1 1 0,9-6 0,-13 11 0,-1 0 0,1 0 0,0-1 0,-1 1 0,1 0 0,0 0 0,-1 1 0,1-1 0,0 0 0,-1 0 0,1 0 0,0 0 0,-1 0 0,1 1 0,0-1 0,-1 0 0,1 1 0,0-1 0,-1 0 0,1 1 0,-1-1 0,1 1 0,-1-1 0,1 1 0,-1-1 0,1 1 0,-1-1 0,0 1 0,1 0 0,-1-1 0,1 2 0,11 26 0,-8-18 0,-1-3 0,1 0 0,0 0 0,0-1 0,0 1 0,1-1 0,0 0 0,0-1 0,1 1 0,-1-1 0,1 0 0,0 0 0,1-1 0,-1 0 0,1 0 0,-1 0 0,1-1 0,1 0 0,-1-1 0,0 1 0,10 1 0,-10-3 0,-1-1 0,0 1 0,0-1 0,0-1 0,0 1 0,0-1 0,0 0 0,0 0 0,0-1 0,0 0 0,-1 0 0,1 0 0,0-1 0,-1 0 0,0 0 0,1 0 0,-1 0 0,-1-1 0,1 0 0,0 0 0,-1 0 0,0-1 0,0 0 0,0 1 0,-1-1 0,4-6 0,-2 2 0,-1-1 0,0 0 0,0 0 0,-1 0 0,0 0 0,0 0 0,-1 0 0,-1-1 0,1-10 0,-2 17 0,1 1 0,-1-1 0,0 1 0,0-1 0,0 1 0,-1 0 0,1-1 0,-1 1 0,0-1 0,0 1 0,0 0 0,0-1 0,-1 1 0,1 0 0,-1 0 0,0 0 0,1 0 0,-2 0 0,1 1 0,0-1 0,0 1 0,-1-1 0,0 1 0,1 0 0,-1 0 0,0 0 0,0 0 0,0 0 0,0 1 0,-6-3 0,5 4 0,0-1 0,0 1 0,-1 0 0,1 0 0,0 0 0,0 1 0,-1 0 0,1 0 0,0 0 0,0 0 0,0 0 0,0 1 0,0 0 0,0 0 0,1 0 0,-1 0 0,1 0 0,-1 1 0,1 0 0,0 0 0,0-1 0,0 2 0,0-1 0,0 0 0,1 1 0,-4 6 0,-2 1 0,2 1 0,-1-1 0,2 1 0,0 1 0,0-1 0,1 1 0,-4 19 0,7-27 0,0 1 0,0-1 0,1 1 0,-1 0 0,1-1 0,1 1 0,-1-1 0,1 1 0,0-1 0,0 1 0,0-1 0,1 1 0,0-1 0,0 0 0,1 0 0,-1 0 0,1 0 0,0 0 0,0-1 0,1 1 0,-1-1 0,1 0 0,0 0 0,0 0 0,0-1 0,1 1 0,-1-1 0,1 0 0,0 0 0,0-1 0,0 1 0,0-1 0,0 0 0,1-1 0,-1 1 0,0-1 0,1 0 0,-1 0 0,1-1 0,0 0 0,-1 0 0,1 0 0,-1 0 0,1-1 0,9-2 0,-1-1 0,-1 0 0,0-1 0,0 0 0,-1-1 0,0 0 0,19-13 0,65-56 0,-36 26 0,-58 48 0,-1 0 0,1 0 0,-1-1 0,1 1 0,-1 0 0,1 0 0,0 0 0,-1 1 0,1-1 0,0 0 0,0 1 0,0-1 0,0 1 0,-1-1 0,1 1 0,0 0 0,0 0 0,0 0 0,0 0 0,3 0 0,-3 1 0,-1 0 0,0 0 0,0 0 0,1 0 0,-1 0 0,0 0 0,0 0 0,0 0 0,0 1 0,0-1 0,0 0 0,-1 1 0,1-1 0,0 0 0,-1 1 0,1-1 0,-1 1 0,1-1 0,0 4 0,1 10 0,-1 0 0,0 0 0,0 1 0,-3 17 0,1-17 0,1-11 0,0-1 0,0 1 0,0 0 0,1 0 0,-1-1 0,1 1 0,1 0 0,-1-1 0,1 1 0,2 6 0,-3-10 0,-1-1 0,1 1 0,-1 0 0,1 0 0,0-1 0,-1 1 0,1 0 0,0-1 0,-1 1 0,1-1 0,0 1 0,0-1 0,0 1 0,0-1 0,-1 0 0,1 1 0,0-1 0,0 0 0,0 0 0,0 0 0,0 1 0,1-1 0,0-1 0,0 1 0,0-1 0,1 1 0,-1-1 0,0 0 0,0 0 0,0 0 0,0 0 0,-1 0 0,1 0 0,0 0 0,0-1 0,2-2 0,71-68 0,-36 34 0,65-50 0,-102 85 0,1 1 0,0 0 0,0 0 0,0 0 0,0 0 0,0 1 0,0-1 0,0 1 0,1-1 0,-1 1 0,1 0 0,-1 1 0,0-1 0,1 1 0,-1-1 0,1 1 0,0 0 0,-1 0 0,1 1 0,-1-1 0,7 2 0,-7 0 0,1 1 0,-1-1 0,0 1 0,-1-1 0,1 1 0,0 0 0,-1 0 0,0 0 0,1 0 0,-1 1 0,0-1 0,-1 0 0,1 1 0,-1 0 0,1-1 0,-1 1 0,0 0 0,0 0 0,0 7 0,12 96-1365,-8-77-5461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4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96 24575,'-2'-7'0,"0"0"0,-1-1 0,0 1 0,0 1 0,-1-1 0,1 0 0,-2 1 0,1 0 0,-1 0 0,1 0 0,-2 0 0,-10-9 0,16 15 0,0 0 0,0 0 0,-1 0 0,1 0 0,0-1 0,-1 1 0,1 0 0,0 0 0,0 0 0,-1 0 0,1 0 0,0 0 0,-1 0 0,1 0 0,0 0 0,-1 0 0,1 0 0,0 0 0,0 0 0,-1 0 0,1 0 0,0 0 0,-1 0 0,1 0 0,0 0 0,0 0 0,-1 0 0,1 1 0,0-1 0,-1 0 0,1 0 0,0 0 0,0 1 0,0-1 0,-1 0 0,1 0 0,0 0 0,0 1 0,-9 16 0,0 22 0,8-38 0,-18 178 0,9-63 0,8-102 0,0 1 0,0-1 0,1 30 0,1-42 0,0 1 0,1-1 0,-1 1 0,0-1 0,1 1 0,-1-1 0,1 1 0,0-1 0,0 0 0,0 1 0,0-1 0,0 0 0,1 0 0,-1 1 0,0-1 0,1 0 0,0 0 0,-1-1 0,1 1 0,0 0 0,0-1 0,0 1 0,4 2 0,-4-4 0,0 1 0,0-1 0,0 0 0,0 0 0,0 0 0,0 0 0,0 0 0,0 0 0,-1-1 0,1 1 0,0 0 0,0-1 0,0 0 0,0 1 0,-1-1 0,1 0 0,0 0 0,0 0 0,-1 0 0,1 0 0,2-3 0,35-34 0,-25 24 0,111-126 0,-47 50 0,-74 86 0,-1 0 0,1 0 0,0 0 0,0 1 0,1 0 0,-1 0 0,1 0 0,7-4 0,-11 7 0,0-1 0,0 1 0,0 0 0,-1 0 0,1 0 0,0 0 0,0 0 0,0 0 0,0 0 0,-1 0 0,1 0 0,0 0 0,0 0 0,0 0 0,-1 1 0,1-1 0,0 0 0,0 0 0,0 1 0,-1-1 0,1 1 0,0-1 0,0 1 0,1 1 0,-1 0 0,0 0 0,0-1 0,0 1 0,0 0 0,0 0 0,0 0 0,-1 0 0,1 0 0,0 0 0,-1 1 0,0-1 0,1 3 0,1 21 0,-2 0 0,-2 27 0,0-38 0,1 1 0,1 0 0,0-1 0,1 1 0,1 0 0,0-1 0,1 1 0,0-1 0,7 17 0,-9-29 0,0-1 0,0 1 0,1-1 0,-1 0 0,0 1 0,1-1 0,-1 0 0,1 0 0,0 0 0,0 0 0,0 0 0,0-1 0,0 1 0,0-1 0,0 1 0,0-1 0,1 1 0,-1-1 0,1 0 0,-1 0 0,1-1 0,-1 1 0,4 0 0,-2-1 0,0 0 0,1 0 0,-1-1 0,0 0 0,0 0 0,0 0 0,1 0 0,-1-1 0,-1 0 0,1 1 0,0-2 0,0 1 0,3-3 0,8-6 0,0-1 0,-1-1 0,0-1 0,-1 0 0,15-21 0,45-84 0,-73 118 0,0 0 0,0 1 0,1-1 0,-1 1 0,0-1 0,1 1 0,-1-1 0,0 0 0,1 1 0,-1-1 0,0 1 0,1 0 0,-1-1 0,1 1 0,-1-1 0,1 1 0,-1 0 0,1-1 0,-1 1 0,1 0 0,0 0 0,-1-1 0,1 1 0,-1 0 0,1 0 0,-1 0 0,1 0 0,0 0 0,-1 0 0,1 0 0,0 0 0,-1 0 0,1 0 0,-1 0 0,1 0 0,0 0 0,-1 0 0,1 0 0,-1 1 0,1-1 0,0 0 0,-1 0 0,1 1 0,-1-1 0,1 1 0,-1-1 0,1 0 0,-1 1 0,0-1 0,1 1 0,-1-1 0,1 1 0,-1-1 0,0 1 0,1-1 0,-1 1 0,0-1 0,0 1 0,0 0 0,1-1 0,-1 2 0,16 53 0,-8-25 0,-6-25 0,-1-1 0,1 0 0,1 1 0,-1-1 0,1 0 0,-1 0 0,1-1 0,0 1 0,0 0 0,1-1 0,-1 0 0,1 0 0,0 0 0,0 0 0,0-1 0,0 1 0,0-1 0,0 0 0,1 0 0,-1-1 0,1 1 0,-1-1 0,1 0 0,0 0 0,-1-1 0,1 1 0,8-1 0,-4-1 0,-1-1 0,0 0 0,0 0 0,0-1 0,0 0 0,-1 0 0,1-1 0,-1 0 0,0 0 0,0-1 0,0 0 0,-1 0 0,1 0 0,-1-1 0,6-7 0,1-2 0,-1 0 0,13-22 0,-22 32 0,0 1 0,0-1 0,-1 0 0,0 0 0,0 1 0,0-1 0,-1 0 0,0-1 0,0 1 0,0 0 0,0 0 0,-1 0 0,0-9 0,0 13 0,0 0 0,0 1 0,0-1 0,0 1 0,0-1 0,0 1 0,-1-1 0,1 0 0,0 1 0,0-1 0,0 1 0,-1-1 0,1 1 0,0-1 0,0 1 0,-1-1 0,1 1 0,-1-1 0,1 1 0,0 0 0,-1-1 0,1 1 0,-1-1 0,1 1 0,-1 0 0,1 0 0,-1-1 0,1 1 0,-1 0 0,1 0 0,-1-1 0,1 1 0,-1 0 0,0 0 0,1 0 0,-1 0 0,-21 13 0,-11 29 0,30-37 0,1-1 0,0 1 0,0 0 0,0 0 0,0 0 0,1 1 0,0-1 0,0 0 0,0 1 0,1-1 0,0 0 0,0 1 0,0-1 0,1 0 0,0 1 0,0-1 0,0 0 0,0 0 0,1 1 0,0-1 0,3 6 0,-1-5 0,0-1 0,0 1 0,0 0 0,1-1 0,0 0 0,0 0 0,1 0 0,-1-1 0,1 0 0,0 0 0,0 0 0,0-1 0,0 0 0,1 0 0,12 3 0,26 5-1365,-2-5-5461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4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0 24575,'-21'0'0,"-17"0"0,-5 5 0,0 1 0,11-1 0,21 0 0,24-2 0,28-1 0,23-5 0,24-3 0,-4 1-8191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4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1 24575,'-8'0'0,"0"0"0,-1 0 0,1 1 0,0 0 0,0 0 0,0 1 0,0 0 0,0 1 0,-10 4 0,13-4 0,0 1 0,1-1 0,0 1 0,0-1 0,0 1 0,0 1 0,0-1 0,1 0 0,0 1 0,0 0 0,0-1 0,0 1 0,1 0 0,-4 11 0,-15 52-195,3 1 0,3 1 0,2 0 0,4 1 0,3 1 0,6 125 0,1-185-6631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26 309 24575,'1'-19'0,"0"1"0,1 0 0,1 0 0,0 1 0,2-1 0,0 1 0,1-1 0,0 1 0,13-21 0,-19 37 0,1-1 0,-1 1 0,1 0 0,0 0 0,0-1 0,0 1 0,0 0 0,-1 0 0,2 0 0,-1 0 0,0 0 0,0 0 0,0 0 0,0 0 0,1 1 0,-1-1 0,0 0 0,1 1 0,-1-1 0,0 1 0,1-1 0,-1 1 0,1 0 0,-1 0 0,1-1 0,-1 1 0,0 0 0,1 0 0,-1 0 0,1 1 0,-1-1 0,1 0 0,-1 1 0,1-1 0,-1 1 0,0-1 0,1 1 0,-1-1 0,0 1 0,1 0 0,-1 0 0,0 0 0,0-1 0,0 1 0,0 1 0,2 1 0,1 1 0,0 1 0,0 0 0,0-1 0,-1 1 0,0 1 0,0-1 0,0 0 0,-1 1 0,0 0 0,3 9 0,-4-7 0,-1 1 0,1-1 0,-1 0 0,-1 1 0,0-1 0,0 0 0,0 1 0,-1-1 0,0 0 0,-1 0 0,0 0 0,0-1 0,-1 1 0,0-1 0,-9 14 0,-7 6 0,-1-1 0,-40 38 0,35-38 0,18-15 0,11-7 0,24-10 0,43-25 0,-69 31 0,230-119 0,-194 97 0,-1-1 0,-2-3 0,0 0 0,32-34 0,-63 57 0,0 0 0,0-1 0,-1 1 0,1-1 0,-1 0 0,0 0 0,0 0 0,0 0 0,0-1 0,-1 1 0,1 0 0,-1-1 0,1-7 0,-2 11 0,0 0 0,0 0 0,-1-1 0,1 1 0,0 0 0,0-1 0,0 1 0,-1 0 0,1 0 0,-1-1 0,1 1 0,-1 0 0,0 0 0,1 0 0,-1 0 0,0 0 0,0 0 0,1 0 0,-1 0 0,-1-1 0,0 1 0,-1 0 0,1 0 0,0 0 0,0 0 0,0 0 0,-1 1 0,1-1 0,0 1 0,-1-1 0,1 1 0,-1 0 0,1 0 0,0 0 0,-1 0 0,-2 1 0,-4 0 0,-1 1 0,1 1 0,-1 0 0,1 0 0,0 1 0,0 0 0,1 0 0,-1 1 0,1 0 0,-9 7 0,13-9 0,0 0 0,1 0 0,-1 0 0,0 0 0,1 1 0,0 0 0,0-1 0,0 1 0,0 0 0,1 0 0,-1 1 0,1-1 0,0 1 0,0-1 0,1 1 0,-1-1 0,1 1 0,0 0 0,1 0 0,-1 0 0,1 8 0,1-9 0,0-1 0,0 1 0,1-1 0,0 1 0,-1-1 0,1 1 0,1-1 0,-1 0 0,0 0 0,1 0 0,-1 0 0,1 0 0,0-1 0,0 1 0,0-1 0,0 0 0,1 0 0,-1 0 0,1 0 0,-1-1 0,1 1 0,5 1 0,12 4 0,0-1 0,37 6 0,-45-10 0,44 4 0,-43-5 0,0 0 0,1 1 0,-1 0 0,16 6 0,-29-8 0,0 0 0,0 1 0,0-1 0,-1 0 0,1 1 0,0-1 0,0 1 0,0-1 0,-1 1 0,1-1 0,0 1 0,-1-1 0,1 1 0,-1 0 0,1-1 0,0 1 0,-1 0 0,1-1 0,-1 1 0,0 0 0,1 0 0,-1 0 0,0 0 0,1-1 0,-1 1 0,0 0 0,0 0 0,0 2 0,0-1 0,0 0 0,-1 0 0,0 1 0,1-1 0,-1 0 0,0 0 0,0 0 0,0 0 0,0 0 0,-1 0 0,-1 2 0,-47 46 0,45-46 0,-3 3 0,-23 19 0,30-25 0,0-1 0,0 1 0,1 0 0,-1-1 0,0 1 0,0 0 0,1 0 0,-1-1 0,1 1 0,-1 0 0,1 0 0,-1 0 0,1 0 0,-1 0 0,1-1 0,0 1 0,-1 0 0,1 0 0,0 0 0,0 0 0,0 0 0,0 0 0,0 0 0,0 0 0,0 0 0,0 0 0,0 0 0,0 1 0,3-1 0,0 0 0,-1-1 0,1 0 0,0 1 0,-1-1 0,1 0 0,0 0 0,0 0 0,-1-1 0,1 1 0,0-1 0,-1 1 0,1-1 0,-1 0 0,1 0 0,-1 0 0,4-2 0,-3 2 0,29-15 0,0-1 0,-1-2 0,-1-1 0,52-45 0,-39 31 0,125-108 0,-221 211 0,51-67 0,-9 10 0,1 0 0,1 2 0,-9 14 0,16-26 0,0 1 0,1-1 0,0 1 0,-1 0 0,1-1 0,0 1 0,0 0 0,1 0 0,-1 0 0,1 0 0,-1 0 0,1 0 0,0 0 0,0-1 0,0 1 0,0 0 0,1 0 0,-1 0 0,1 0 0,0 0 0,0 0 0,0-1 0,0 1 0,0 0 0,2 2 0,-1-3 0,1 0 0,-1 0 0,1 0 0,-1-1 0,1 1 0,0-1 0,-1 0 0,1 0 0,0 0 0,0 0 0,0 0 0,0 0 0,0-1 0,0 1 0,0-1 0,0 0 0,0 0 0,0 0 0,0-1 0,0 1 0,0-1 0,0 1 0,5-3 0,4 0 0,-1-1 0,0 0 0,0 0 0,18-12 0,-21 12 0,-1-1 0,0 0 0,0-1 0,0 0 0,-1 0 0,0 0 0,0-1 0,0 0 0,-1 0 0,0 0 0,-1 0 0,0-1 0,0 0 0,0 0 0,4-16 0,-6 17 0,-1 0 0,-1 0 0,1 0 0,-1 0 0,0 0 0,-1 1 0,1-1 0,-1 0 0,-1 0 0,1 0 0,-1 1 0,0-1 0,-1 1 0,0-1 0,0 1 0,0 0 0,-1 0 0,0 0 0,0 1 0,-8-10 0,4 7 0,-1-1 0,0 2 0,-1-1 0,1 1 0,-2 0 0,1 1 0,-14-6 0,17 8 0,-1 1 0,1 0 0,0 1 0,-1 0 0,0 0 0,1 1 0,-1 0 0,0 0 0,0 1 0,0 0 0,1 0 0,-9 2 0,15-2 0,0 0 0,1 0 0,-1 0 0,0 0 0,1 0 0,-1 0 0,0 0 0,1 0 0,-1 0 0,1 1 0,-1-1 0,0 0 0,1 0 0,-1 1 0,1-1 0,-1 0 0,1 1 0,-1-1 0,1 1 0,-1-1 0,1 1 0,-1-1 0,1 1 0,0-1 0,-1 1 0,1-1 0,0 1 0,-1-1 0,1 2 0,12 10 0,31 6 0,-2-11 0,0-2 0,1-3 0,-1 0 0,1-3 0,-1-2 0,66-12 0,-101 14 0,-1 0 0,1 1 0,0-1 0,-1 1 0,1 0 0,-1 0 0,1 1 0,-1 0 0,1 0 0,-1 0 0,1 0 0,-1 1 0,0 0 0,6 3 0,-7-3 0,-1 1 0,0 0 0,0 0 0,0 0 0,0 0 0,-1 0 0,1 1 0,-1-1 0,0 1 0,0 0 0,0-1 0,0 1 0,-1 0 0,1 0 0,-1 0 0,0 0 0,0 1 0,-1-1 0,1 6 0,1 11 0,-2 0 0,0 0 0,-2 0 0,-7 41 0,-29 83 0,24-99 0,-33 104 0,21-74 0,4 1 0,-13 83 0,34-155 0,0-1 0,1 0 0,0 0 0,-1 1 0,2-1 0,-1 0 0,0 0 0,1 1 0,0-1 0,0 0 0,0 0 0,1 0 0,-1 0 0,1 0 0,2 4 0,-2-6 0,0 0 0,0 0 0,0 0 0,0 0 0,1-1 0,-1 1 0,0-1 0,1 1 0,-1-1 0,1 0 0,-1 1 0,1-1 0,0-1 0,-1 1 0,1 0 0,0-1 0,0 1 0,0-1 0,0 0 0,-1 0 0,1 0 0,0 0 0,4-2 0,15-2 0,-1-2 0,0 0 0,0-1 0,0-1 0,-1-2 0,0 0 0,-1 0 0,0-2 0,-1-1 0,0 0 0,-1-1 0,-1-1 0,0 0 0,-1-1 0,0-1 0,-2 0 0,13-21 0,-21 30 0,-1 0 0,0 0 0,-1-1 0,0 1 0,0-1 0,0 0 0,-1 0 0,-1 0 0,1 0 0,-2 0 0,1 0 0,-1 0 0,0 0 0,-1 0 0,0-1 0,-3-10 0,0 9 0,0 0 0,-1 1 0,0-1 0,0 1 0,-1 0 0,0 1 0,-1-1 0,0 1 0,-1 1 0,0-1 0,0 1 0,-14-11 0,-38-23 0,-2 2 0,-95-45 0,156 84 0,0 1 0,0-1 0,-1 1 0,1-1 0,0 0 0,0 1 0,0-1 0,0 0 0,0 0 0,0 1 0,0-1 0,0 0 0,0 0 0,0 0 0,0 0 0,1-1 0,-1 1 0,0 0 0,1 0 0,-2-2 0,3 2 0,-1 0 0,0 0 0,1 1 0,-1-1 0,0 0 0,1 0 0,-1 1 0,1-1 0,0 0 0,-1 1 0,1-1 0,-1 1 0,1-1 0,0 1 0,0-1 0,-1 1 0,1-1 0,0 1 0,0-1 0,-1 1 0,1 0 0,0 0 0,1-1 0,67-12 0,-55 11 0,255-34 0,-267 36 0,1-1 0,-1 1 0,0 0 0,0-1 0,1 1 0,-1 0 0,0 0 0,0 1 0,1-1 0,-1 0 0,0 1 0,0-1 0,0 1 0,0 0 0,1 0 0,-1 0 0,0 0 0,0 0 0,-1 0 0,1 1 0,0-1 0,0 0 0,-1 1 0,1 0 0,0-1 0,-1 1 0,0 0 0,3 3 0,-2 2 0,0 0 0,-1-1 0,0 1 0,0 0 0,0 0 0,-1 0 0,-1 12 0,1 2 0,0-18-37,0-1 0,1 1 1,-1 0-1,1-1 0,-1 1 0,1-1 0,0 1 0,0-1 0,0 0 0,0 1 0,0-1 0,0 0 1,1 0-1,-1 0 0,1 0 0,0 0 0,-1 0 0,1 0 0,0 0 0,0-1 0,0 1 0,0-1 1,1 1-1,-1-1 0,0 0 0,0 0 0,1 0 0,-1 0 0,1 0 0,-1 0 0,1-1 0,-1 0 1,1 1-1,0-1 0,-1 0 0,5 0 0,14 1-6789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6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59 226 24575,'0'-9'0,"0"-6"0,0-11 0,-5-4 0,-5-2 0,-1 1 0,1 0 0,-2 2 0,2 6-8191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6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 24575,'-20'53'0,"-6"170"0,18-187 0,-15 102 0,21-121 0,1 1 0,0 0 0,1 0 0,2 0 0,4 27 0,-5-41 4,0-1 0,0 1 0,0 0 0,0-1 0,1 1 0,0-1 0,-1 1 0,1-1 0,1 0 0,-1 1 0,0-1 0,1 0 0,-1-1 0,1 1 0,0 0 0,0-1 0,0 0 0,0 1 0,1-1 0,-1 0 0,1-1 0,-1 1 0,1-1 0,-1 1 0,1-1 0,0 0 0,0-1 0,0 1 0,4 0 0,4-1-169,0 0 0,0-1 0,-1 0 0,1-1 0,0 0 0,-1-1 0,0 0 0,16-7 0,12-7-6661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36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35 24575,'-20'0'0,"-32"-1"0,1 3 0,-91 13 0,140-14 0,0-1 0,-1 0 0,1 1 0,0 0 0,0-1 0,0 1 0,0 0 0,0 0 0,0 0 0,0 0 0,1 0 0,-1 1 0,0-1 0,-2 3 0,8 4 0,19-3 0,30-5 0,1-2 0,-1-2 0,81-18 0,-19 3 0,33-3-1365,-90 12-5461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42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500 102 24575,'1'-1'0,"0"0"0,0-1 0,0 1 0,0 0 0,0-1 0,0 1 0,-1 0 0,1-1 0,0 1 0,-1-1 0,1 1 0,-1-1 0,1 0 0,-1 1 0,0-1 0,0 1 0,1-1 0,-1 0 0,-1 1 0,1-1 0,0 1 0,0-1 0,0 0 0,-1 1 0,1-1 0,-1 1 0,1-1 0,-1 1 0,0-1 0,0 1 0,1-1 0,-1 1 0,0 0 0,0 0 0,0-1 0,-1 1 0,1 0 0,0 0 0,0 0 0,-1 0 0,1 0 0,0 0 0,-1 1 0,-1-2 0,-4-3 0,-1 0 0,0 1 0,0 0 0,-1 0 0,1 1 0,-14-4 0,6 4 0,1 1 0,0 0 0,0 2 0,-1-1 0,1 2 0,0 0 0,-1 1 0,1 0 0,0 1 0,0 1 0,1 0 0,-1 1 0,1 1 0,-14 7 0,26-12 0,1-1 0,0 1 0,0 0 0,0 0 0,-1 0 0,1-1 0,0 1 0,0 0 0,0 0 0,0 1 0,1-1 0,-1 0 0,0 0 0,0 0 0,1 0 0,-1 1 0,0-1 0,1 0 0,-1 1 0,1-1 0,0 1 0,-1-1 0,1 0 0,0 1 0,0-1 0,0 1 0,0-1 0,0 0 0,0 1 0,1-1 0,-1 1 0,0-1 0,1 0 0,-1 1 0,1-1 0,-1 0 0,1 1 0,0-1 0,-1 0 0,1 0 0,0 0 0,0 0 0,0 0 0,0 1 0,0-2 0,0 1 0,0 0 0,0 0 0,1 0 0,-1 0 0,2 0 0,9 8 0,1-1 0,0-1 0,26 11 0,-29-14 0,17 8 0,-11-6 0,-1 1 0,0 1 0,0 0 0,23 17 0,-37-24 0,0 0 0,0-1 0,0 1 0,0 0 0,0 0 0,-1 0 0,1 0 0,0 0 0,-1 0 0,1 0 0,-1 0 0,1 0 0,-1 0 0,1 0 0,-1 0 0,0 0 0,1 0 0,-1 0 0,0 1 0,0-1 0,0 0 0,0 0 0,0 0 0,0 0 0,0 1 0,0-1 0,0 0 0,-1 0 0,1 0 0,0 0 0,-1 0 0,1 0 0,-1 0 0,1 0 0,-1 0 0,0 0 0,1 0 0,-1 0 0,0 0 0,0 0 0,0 0 0,0-1 0,1 1 0,-1 0 0,0-1 0,0 1 0,0 0 0,-1-1 0,1 0 0,0 1 0,-1 0 0,-8 4 0,0-1 0,0 1 0,0-2 0,-13 4 0,12-4 0,-120 28 0,113-28 0,0-1 0,0 0 0,0-1 0,0-1 0,-22-3 0,11-5-1365,9-2-5461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43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24575,'11'-1'0,"1"-1"0,-1 0 0,-1 0 0,1-1 0,0-1 0,12-5 0,0 0 0,-22 9 0,-1-1 0,1 1 0,-1 0 0,1 0 0,-1-1 0,1 1 0,-1 0 0,1 0 0,-1 0 0,1-1 0,-1 1 0,1 0 0,-1 0 0,1 0 0,-1 0 0,1 0 0,0 0 0,-1 0 0,1 0 0,-1 1 0,1-1 0,-1 0 0,1 0 0,-1 0 0,1 1 0,-1-1 0,1 0 0,-1 0 0,1 1 0,-1-1 0,0 0 0,1 1 0,-1-1 0,1 0 0,-1 1 0,-3 21 0,-23 28 0,23-45 0,-12 21 0,0 1 0,-15 42 0,27-62 0,1-1 0,0 1 0,0-1 0,0 1 0,1 0 0,0-1 0,0 1 0,1 0 0,0 0 0,0 0 0,1 0 0,-1-1 0,2 1 0,-1 0 0,1-1 0,0 1 0,4 10 0,-4-14 0,1 0 0,-1 0 0,1 0 0,0-1 0,0 1 0,0-1 0,0 0 0,0 0 0,0 0 0,1 0 0,-1 0 0,1-1 0,-1 1 0,1-1 0,0 0 0,-1 0 0,1-1 0,6 1 0,9 1 0,0-1 0,29-3 0,-23 0 0,8 2-84,-13 0-237,-1-1 1,0 0 0,26-6 0,-26 1-6506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4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225 679 24575,'1'-19'0,"1"0"0,8-34 0,-6 33 0,0-1 0,1-24 0,-5 36 0,0 0 0,-1 0 0,1 0 0,-1 0 0,-1 1 0,0-1 0,0 0 0,-7-15 0,8 22 0,-1-1 0,1 1 0,0 0 0,-1 0 0,1 1 0,-1-1 0,1 0 0,-1 0 0,0 1 0,0-1 0,0 1 0,0 0 0,0-1 0,0 1 0,0 0 0,-1 0 0,1 0 0,0 1 0,-1-1 0,1 0 0,0 1 0,-1 0 0,1-1 0,-1 1 0,1 0 0,0 0 0,-1 0 0,1 1 0,-1-1 0,1 1 0,0-1 0,-1 1 0,1 0 0,0 0 0,0 0 0,-1 0 0,-2 2 0,-4 2 0,1 0 0,-1 1 0,1 0 0,1 1 0,-1-1 0,1 1 0,0 1 0,1-1 0,-12 18 0,6-5 0,-1 0 0,2 1 0,-9 25 0,18-43 0,1 0 0,0 0 0,0 1 0,0-1 0,0 0 0,1 0 0,-1 1 0,1-1 0,0 0 0,0 1 0,0-1 0,0 0 0,0 0 0,1 1 0,-1-1 0,1 0 0,0 0 0,0 1 0,1-1 0,-1 0 0,0 0 0,1 0 0,0 0 0,0-1 0,0 1 0,0 0 0,3 2 0,-1-2 0,-1-1 0,1 1 0,0-1 0,0 0 0,0-1 0,0 1 0,0-1 0,1 1 0,-1-1 0,0 0 0,1-1 0,-1 1 0,1-1 0,-1 0 0,0 0 0,1 0 0,-1-1 0,1 0 0,-1 1 0,7-4 0,-3 2 0,0-1 0,0 0 0,-1-1 0,1 0 0,-1 0 0,0-1 0,0 0 0,0 0 0,-1 0 0,0-1 0,7-8 0,4-6 0,-2-1 0,17-29 0,15-22 0,-47 71 0,0 0 0,1 1 0,-1-1 0,0 1 0,0-1 0,1 1 0,-1-1 0,0 1 0,1-1 0,-1 1 0,1-1 0,-1 1 0,0-1 0,1 1 0,-1 0 0,1-1 0,-1 1 0,1 0 0,-1-1 0,1 1 0,0 0 0,-1 0 0,1-1 0,-1 1 0,1 0 0,-1 0 0,1 0 0,0 0 0,-1 0 0,1 0 0,0 0 0,-1 0 0,1 0 0,-1 0 0,1 0 0,0 0 0,-1 0 0,1 1 0,-1-1 0,1 0 0,-1 0 0,1 1 0,-1-1 0,1 0 0,-1 1 0,1-1 0,-1 1 0,1-1 0,-1 0 0,1 1 0,-1-1 0,0 1 0,1-1 0,-1 1 0,0-1 0,0 1 0,1 0 0,-1-1 0,0 1 0,13 46 0,-10-30 0,-2-13 0,0-1 0,0 0 0,0 1 0,0-1 0,0 0 0,1 0 0,0 1 0,0-1 0,0 0 0,0-1 0,0 1 0,0 0 0,1-1 0,-1 1 0,1-1 0,0 0 0,0 0 0,4 3 0,-4-4 0,1 0 0,0 0 0,0-1 0,-1 1 0,1-1 0,0 0 0,0 0 0,0 0 0,-1-1 0,1 1 0,0-1 0,-1 0 0,1 0 0,0 0 0,-1-1 0,1 1 0,3-3 0,113-66 0,-119 69 0,-1 1 0,1-1 0,0 1 0,0-1 0,0 1 0,0-1 0,0 1 0,0 0 0,0 0 0,0-1 0,0 1 0,0 0 0,0 0 0,0 0 0,0 0 0,0 0 0,0 0 0,0 0 0,0 1 0,0-1 0,0 0 0,0 1 0,0-1 0,0 0 0,0 1 0,0-1 0,0 1 0,0-1 0,0 1 0,-1 0 0,1-1 0,0 1 0,0 0 0,-1 0 0,1-1 0,-1 1 0,1 0 0,0 0 0,-1 0 0,1 0 0,-1 0 0,0 0 0,1 0 0,-1 0 0,0 0 0,0 0 0,0 0 0,1 0 0,-1 0 0,0 0 0,-1 1 0,3 11 0,-1-1 0,-1 0 0,-1 19 0,0-20 0,1-2 0,2 29 0,-2-38 0,0 1 0,1-1 0,-1 1 0,0-1 0,0 0 0,0 1 0,0-1 0,1 0 0,-1 1 0,0-1 0,0 0 0,1 0 0,-1 1 0,0-1 0,1 0 0,-1 0 0,0 1 0,1-1 0,-1 0 0,0 0 0,1 0 0,-1 0 0,0 1 0,1-1 0,-1 0 0,1 0 0,-1 0 0,0 0 0,1 0 0,0 0 0,18-12 0,35-49 0,-44 47 0,1 2 0,0-1 0,0 2 0,24-20 0,-34 31 0,0-1 0,0 0 0,-1 1 0,1-1 0,0 1 0,0-1 0,-1 1 0,1 0 0,0-1 0,0 1 0,0 0 0,0 0 0,0-1 0,0 1 0,0 0 0,-1 0 0,1 0 0,0 0 0,0 0 0,0 0 0,0 1 0,0-1 0,0 0 0,0 0 0,-1 0 0,1 1 0,0-1 0,0 1 0,0-1 0,0 1 0,-1-1 0,1 1 0,0-1 0,-1 1 0,1-1 0,0 1 0,-1 0 0,1 0 0,-1-1 0,1 1 0,-1 0 0,1 0 0,0 1 0,15 49 0,-6-16 0,-8-32 0,-1-1 0,1 0 0,-1 0 0,1 0 0,0 0 0,0 0 0,0 0 0,0 0 0,0-1 0,0 1 0,0-1 0,1 0 0,-1 1 0,1-1 0,-1 0 0,1 0 0,-1-1 0,1 1 0,-1 0 0,1-1 0,0 0 0,-1 1 0,1-1 0,0 0 0,-1 0 0,1-1 0,0 1 0,-1-1 0,1 1 0,-1-1 0,1 0 0,0 0 0,-1 0 0,0 0 0,5-3 0,10-5 0,0-1 0,-1 0 0,30-25 0,-27 19 0,47-38 0,-35 29 0,0 0 0,43-25 0,-72 49 0,0-1 0,-1 1 0,1 0 0,0 0 0,0 0 0,0 0 0,0 0 0,0 1 0,0-1 0,0 0 0,0 1 0,0 0 0,0-1 0,0 1 0,0 0 0,0 0 0,0 0 0,0 0 0,0 1 0,0-1 0,0 0 0,0 1 0,0-1 0,0 1 0,0 0 0,0 0 0,0 0 0,0 0 0,0 0 0,2 3 0,-1 0 0,0 0 0,-1 0 0,1 1 0,-1-1 0,0 1 0,0 0 0,-1 0 0,0 0 0,1-1 0,-2 1 0,2 8 0,2 10 0,-3-15 0,-14-17 0,8 5 0,-4-2 0,0 0 0,0 1 0,0 0 0,-1 0 0,0 1 0,1 0 0,-2 1 0,1 0 0,0 1 0,0 0 0,-1 0 0,1 1 0,-18 1 0,22 0 0,-1 1 0,1-1 0,0 1 0,-1 1 0,1-1 0,0 1 0,0 0 0,0 1 0,1-1 0,-1 1 0,0 0 0,1 1 0,0-1 0,0 1 0,0 0 0,0 1 0,1-1 0,-1 1 0,1-1 0,0 1 0,1 1 0,-1-1 0,-4 11 0,7-14 0,0-1 0,0 1 0,0 0 0,1-1 0,-1 1 0,0 0 0,1 0 0,0 0 0,-1-1 0,1 1 0,0 0 0,0 0 0,0 0 0,0 0 0,0 0 0,1-1 0,-1 1 0,1 0 0,-1 0 0,1 0 0,-1-1 0,1 1 0,0 0 0,0-1 0,0 1 0,0-1 0,0 1 0,0-1 0,0 1 0,1-1 0,-1 0 0,0 1 0,1-1 0,-1 0 0,1 0 0,0 0 0,-1 0 0,1 0 0,0-1 0,-1 1 0,1 0 0,0-1 0,2 1 0,5 1 0,1 1 0,-1-2 0,0 0 0,1 0 0,-1 0 0,0-1 0,12-2 0,-3-1 0,0 0 0,-1-1 0,1-2 0,-1 1 0,-1-2 0,1 0 0,-1-1 0,0-1 0,-1 0 0,0-1 0,0-1 0,-1 0 0,-1-1 0,0-1 0,0 0 0,-2-1 0,1 0 0,-2 0 0,0-1 0,0-1 0,-2 1 0,0-2 0,-1 1 0,0-1 0,-1 0 0,-1 0 0,-1-1 0,-1 0 0,3-35 0,-4-3 0,-6-65 0,-32 239 0,9-33 0,-55 188 0,80-266-195,1 0 0,0 0 0,0 0 0,0 0 0,1 0 0,1 7 0,2 8-6631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0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154 427 24575,'-7'2'0,"1"0"0,0 1 0,0-1 0,0 1 0,1 0 0,-1 1 0,1-1 0,0 1 0,0 0 0,0 1 0,0-1 0,-7 10 0,12-14 0,0 0 0,0 0 0,0 0 0,1 0 0,-1 0 0,0 0 0,0 0 0,0 0 0,0 0 0,0 0 0,0 0 0,0 0 0,0 0 0,0 0 0,0 0 0,0 0 0,0 0 0,0 0 0,0 0 0,0 0 0,0 0 0,0 0 0,0 0 0,0 1 0,0-1 0,1 0 0,-1 0 0,0 0 0,0 0 0,0 0 0,0 0 0,0 0 0,0 0 0,0 0 0,0 0 0,12-8 0,16-19 0,-17 9 0,-2-1 0,0-1 0,-1 1 0,-1-1 0,-1 0 0,0-1 0,-2 1 0,-1-1 0,0 0 0,-1 0 0,-2-1 0,0 1 0,-1 0 0,-1 0 0,-1 0 0,-7-24 0,9 41 0,0 0 0,0 0 0,-1 0 0,1 0 0,-1 0 0,0 1 0,0-1 0,-1 0 0,1 1 0,-1 0 0,1-1 0,-1 1 0,0 0 0,-1 1 0,1-1 0,0 0 0,-1 1 0,1 0 0,-1 0 0,0 0 0,0 0 0,0 0 0,-4 0 0,4 1 0,1 1 0,0 0 0,-1 0 0,1 0 0,-1 0 0,1 1 0,-1-1 0,1 1 0,0 0 0,-1 0 0,1 0 0,0 0 0,0 1 0,0-1 0,0 1 0,0 0 0,0 0 0,0 0 0,0 0 0,1 0 0,-1 1 0,1-1 0,0 1 0,0 0 0,0 0 0,0 0 0,0 0 0,-2 6 0,2-6 0,0 0 0,0 0 0,1 1 0,-1-1 0,1 1 0,0-1 0,0 1 0,0-1 0,1 1 0,-1 0 0,1-1 0,0 1 0,0 0 0,0-1 0,1 1 0,-1 0 0,1-1 0,0 1 0,0 0 0,0-1 0,0 1 0,1-1 0,-1 0 0,1 1 0,0-1 0,0 0 0,0 0 0,0 0 0,1 0 0,-1-1 0,1 1 0,0-1 0,-1 1 0,1-1 0,0 0 0,6 3 0,11 6 0,1-1 0,0-1 0,0 0 0,40 9 0,-36-11 0,-19-5 0,0-1 0,0 2 0,0-1 0,0 1 0,-1 0 0,0 0 0,1 0 0,-1 1 0,0 0 0,-1 0 0,1 0 0,7 9 0,-9-9 0,-1 0 0,0 0 0,0 1 0,0-1 0,0 0 0,-1 1 0,1-1 0,-1 1 0,0-1 0,-1 1 0,1-1 0,-1 1 0,0 0 0,0-1 0,-1 1 0,1 0 0,-1-1 0,-1 6 0,2-8 0,-2 3 0,1 1 0,0-1 0,0 1 0,0 0 0,1-1 0,1 12 0,-1-16 0,0 1 0,1-1 0,-1 0 0,1 0 0,-1 0 0,1 1 0,0-1 0,-1 0 0,1 0 0,0 0 0,0 0 0,0 0 0,0 0 0,0 0 0,0-1 0,0 1 0,0 0 0,0 0 0,0-1 0,0 1 0,1-1 0,-1 1 0,0-1 0,0 1 0,1-1 0,-1 0 0,0 0 0,1 0 0,-1 1 0,0-1 0,1 0 0,-1-1 0,0 1 0,0 0 0,1 0 0,-1-1 0,2 1 0,13-3 0,0-1 0,0 0 0,0-1 0,-1-1 0,0 0 0,24-14 0,84-58 0,-119 74 0,54-38 0,57-54 0,-118 106 0,-4 7 0,2 0 0,0 1 0,-5 29 0,10-44 0,0-1 0,0 1 0,0-1 0,1 1 0,-1-1 0,1 1 0,-1-1 0,1 1 0,0-1 0,0 1 0,0-1 0,0 0 0,0 1 0,0-1 0,1 0 0,-1 0 0,1 0 0,2 3 0,-2-4 0,0 0 0,0 0 0,0 0 0,0 0 0,0 0 0,0-1 0,0 1 0,0-1 0,0 1 0,0-1 0,0 0 0,0 0 0,1 1 0,-1-2 0,0 1 0,0 0 0,4-1 0,0-1 0,-1 1 0,1-1 0,0-1 0,0 1 0,-1-1 0,0 0 0,1 0 0,-1-1 0,-1 1 0,1-1 0,0 0 0,-1-1 0,0 1 0,5-7 0,-5 5 0,-1 0 0,0 0 0,0 0 0,0 0 0,-1-1 0,0 1 0,-1-1 0,1 1 0,-1-1 0,0 0 0,-1 0 0,0 1 0,0-1 0,0 0 0,-1 0 0,0 1 0,0-1 0,-1 0 0,1 1 0,-2-1 0,1 1 0,-6-10 0,6 12 0,0 0 0,-1 0 0,0 0 0,0 1 0,0-1 0,0 1 0,0 0 0,-1 0 0,1 0 0,-1 0 0,0 1 0,0-1 0,0 1 0,0 0 0,0 0 0,-1 0 0,1 1 0,-1 0 0,1 0 0,-1 0 0,1 0 0,-1 1 0,1-1 0,-1 1 0,0 0 0,1 1 0,-1-1 0,1 1 0,-1 0 0,1 0 0,-1 0 0,1 1 0,-8 3 0,5-1 0,0-1 0,0 1 0,0-1 0,1 2 0,0-1 0,0 1 0,0 0 0,1 0 0,-1 1 0,1 0 0,0 0 0,1 0 0,0 0 0,0 1 0,0-1 0,0 1 0,1 0 0,1 0 0,-5 14 0,6-15 0,0-1 0,1 1 0,-1-1 0,1 1 0,0 0 0,0-1 0,1 1 0,0 0 0,0-1 0,0 1 0,1-1 0,-1 0 0,1 1 0,1-1 0,-1 0 0,1 0 0,0 0 0,0 0 0,0-1 0,1 1 0,-1-1 0,1 0 0,0 0 0,0 0 0,1-1 0,-1 1 0,7 2 0,7 3-136,1 0-1,1-2 1,-1 0-1,1-1 1,0-1-1,0-1 1,1-1-1,-1-1 0,28 0 1,9 0-6690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2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128 179 24575,'1'-2'0,"1"0"0,-1 1 0,1-1 0,-1 0 0,0 0 0,1 0 0,-1 0 0,0 0 0,-1 0 0,1 0 0,0 0 0,-1-1 0,1 1 0,-1 0 0,1 0 0,-1-1 0,0 1 0,0 0 0,0-1 0,0 1 0,-1 0 0,1 0 0,-1-1 0,1 1 0,-1 0 0,0 0 0,1 0 0,-1 0 0,-1 0 0,1 0 0,0 0 0,0 0 0,-1 0 0,1 0 0,-1 1 0,1-1 0,-1 0 0,-3-1 0,3 1 0,0 1 0,0-1 0,0 1 0,0 0 0,0-1 0,0 1 0,0 0 0,-1 1 0,1-1 0,0 0 0,-1 1 0,1-1 0,0 1 0,-1 0 0,1-1 0,-1 1 0,1 1 0,-1-1 0,1 0 0,0 0 0,-1 1 0,1 0 0,-1-1 0,1 1 0,0 0 0,0 0 0,0 0 0,-1 0 0,1 1 0,0-1 0,0 0 0,1 1 0,-1 0 0,0-1 0,0 1 0,1 0 0,-2 2 0,-2 4 0,0-1 0,1 1 0,0 0 0,0 1 0,1-1 0,0 1 0,1-1 0,0 1 0,0 0 0,0 0 0,1 9 0,1-13 0,-1-1 0,1 0 0,1 1 0,-1-1 0,0 1 0,1-1 0,0 0 0,0 0 0,1 1 0,-1-1 0,1 0 0,0 0 0,0 0 0,0 0 0,0-1 0,1 1 0,-1-1 0,1 1 0,0-1 0,0 0 0,0 0 0,1 0 0,-1 0 0,5 2 0,-6-4 0,1 0 0,-1-1 0,1 1 0,0 0 0,-1-1 0,1 0 0,-1 1 0,1-1 0,-1 0 0,1-1 0,0 1 0,-1 0 0,1-1 0,-1 1 0,1-1 0,-1 0 0,1 0 0,-1 0 0,0 0 0,1 0 0,-1 0 0,0-1 0,0 1 0,0-1 0,0 0 0,0 1 0,0-1 0,0 0 0,-1 0 0,1 0 0,1-3 0,7-9 0,0 0 0,-1 0 0,10-23 0,-17 34 0,5-13 0,13-24 0,-19 39 0,0-1 0,-1 1 0,2-1 0,-1 1 0,0 0 0,0-1 0,0 1 0,1 0 0,-1 0 0,0 0 0,1 0 0,-1 0 0,1 0 0,-1 0 0,1 1 0,0-1 0,-1 0 0,1 1 0,2-1 0,-3 1 0,1 0 0,-1 1 0,0-1 0,0 1 0,0-1 0,0 1 0,0-1 0,0 1 0,0 0 0,0 0 0,0-1 0,0 1 0,0 0 0,0 0 0,-1 0 0,1 0 0,0 0 0,-1 0 0,1 0 0,0 0 0,-1 0 0,1 0 0,-1 0 0,0 1 0,1-1 0,-1 0 0,0 0 0,0 2 0,8 44 0,-6-30 0,-2-17 0,14 48 0,-13-48 0,-1 1 0,0 0 0,0 0 0,0-1 0,1 1 0,-1 0 0,0 0 0,1-1 0,-1 1 0,0 0 0,1-1 0,-1 1 0,1 0 0,-1-1 0,1 1 0,0-1 0,-1 1 0,1-1 0,0 1 0,-1-1 0,1 0 0,0 1 0,-1-1 0,1 0 0,0 1 0,0-1 0,-1 0 0,1 0 0,0 0 0,0 1 0,-1-1 0,1 0 0,0 0 0,0 0 0,0 0 0,-1-1 0,1 1 0,0 0 0,0 0 0,0 0 0,-1-1 0,1 1 0,0 0 0,-1-1 0,1 1 0,0 0 0,-1-1 0,1 1 0,0-1 0,-1 1 0,1-1 0,-1 0 0,1 1 0,-1-1 0,1 0 0,0 0 0,13-20 0,0 0 0,-1-1 0,-1 0 0,9-27 0,-7 18 0,24-41 0,-37 72 0,-1-1 0,0 0 0,0 1 0,0-1 0,0 1 0,1-1 0,-1 0 0,0 1 0,1-1 0,-1 1 0,1-1 0,-1 1 0,0-1 0,1 1 0,-1-1 0,1 1 0,-1 0 0,1-1 0,-1 1 0,1-1 0,0 1 0,-1 0 0,1 0 0,-1-1 0,1 1 0,0 0 0,-1 0 0,1 0 0,0 0 0,0 0 0,2 20 0,-11 45 0,6-58 0,0 6 0,1-1 0,0 1 0,0 0 0,2-1 0,-1 1 0,2 0 0,-1-1 0,2 1 0,7 22 0,-8-30 0,0 0 0,0 0 0,1 0 0,0-1 0,0 1 0,0-1 0,0 0 0,1 1 0,-1-2 0,1 1 0,0 0 0,1-1 0,-1 0 0,0 0 0,1 0 0,0 0 0,-1-1 0,1 0 0,0 0 0,1 0 0,-1-1 0,0 1 0,0-1 0,0 0 0,1-1 0,6 1 0,1-2 0,1 0 0,-1 0 0,0-1 0,1-1 0,-1 0 0,0-1 0,-1-1 0,22-9 0,-15 4 0,-1 0 0,0-1 0,0-1 0,29-26 0,-40 31 0,0-1 0,-1 0 0,0-1 0,-1 1 0,0-1 0,0 0 0,-1 0 0,0-1 0,-1 1 0,0-1 0,0 0 0,-1 0 0,1-14 0,-2 20 0,-1 1 0,1 0 0,-1-1 0,0 1 0,0-1 0,0 1 0,-1 0 0,1-1 0,-1 1 0,0 0 0,0 0 0,0 0 0,0-1 0,-1 1 0,1 0 0,-1 0 0,1 1 0,-1-1 0,0 0 0,-1 0 0,1 1 0,0 0 0,-1-1 0,1 1 0,-1 0 0,0 0 0,1 0 0,-1 0 0,0 1 0,0-1 0,0 1 0,0 0 0,-1 0 0,1 0 0,0 0 0,0 1 0,-1-1 0,1 1 0,-1 0 0,1 0 0,0 0 0,-7 1 0,-6 1 0,0 0 0,0 2 0,0 0 0,1 1 0,0 0 0,0 1 0,0 1 0,0 0 0,1 1 0,1 1 0,-23 17 0,25-18 0,0 1 0,1 1 0,1-1 0,-1 1 0,1 1 0,1 0 0,0 0 0,1 0 0,0 1 0,1 1 0,0-1 0,0 1 0,2 0 0,-5 16 0,9-26 0,-1 0 0,0 1 0,1-1 0,0 1 0,0-1 0,0 1 0,0-1 0,0 1 0,1-1 0,-1 1 0,1-1 0,0 0 0,0 1 0,0-1 0,1 0 0,-1 0 0,1 1 0,0-1 0,0-1 0,0 1 0,0 0 0,0 0 0,1-1 0,-1 1 0,1-1 0,0 0 0,-1 0 0,1 0 0,0 0 0,0 0 0,0-1 0,5 2 0,-1 0 0,1-1 0,0 0 0,0-1 0,0 0 0,0 0 0,0-1 0,0 0 0,0 0 0,0-1 0,0 0 0,0 0 0,-1-1 0,10-2 0,-3-2 0,1 0 0,-1-1 0,0 0 0,0-1 0,-1-1 0,0 0 0,0-1 0,15-15 0,-21 18 0,-1 1 0,0-1 0,0 0 0,-1 0 0,0 0 0,0-1 0,-1 0 0,0 0 0,0 0 0,-1 0 0,0-1 0,0 1 0,-1-1 0,0 0 0,-1 0 0,1-10 0,-2 18 0,0 1 0,0-1 0,0 0 0,0 0 0,0 0 0,0 0 0,0 0 0,0 0 0,0 1 0,0-1 0,-1 0 0,1 0 0,0 0 0,-1 1 0,1-1 0,-1 0 0,1 0 0,-1 1 0,1-1 0,-2-1 0,-11 6 0,-11 25 0,20-20 0,0 0 0,0 0 0,1 1 0,0 0 0,1-1 0,0 1 0,0 0 0,1 0 0,0 11 0,1-18 0,0-1 0,0 1 0,0-1 0,0 1 0,1-1 0,-1 0 0,0 1 0,1-1 0,0 1 0,0-1 0,0 0 0,0 0 0,0 1 0,0-1 0,0 0 0,1 0 0,-1 0 0,1 0 0,0 0 0,-1-1 0,1 1 0,0 0 0,0-1 0,0 1 0,0-1 0,0 0 0,1 0 0,-1 0 0,0 0 0,0 0 0,1 0 0,-1 0 0,1-1 0,-1 1 0,1-1 0,-1 0 0,0 0 0,1 0 0,-1 0 0,1 0 0,3-1 0,3-1 0,-1 0 0,0-1 0,1 1 0,-1-2 0,-1 1 0,1-1 0,0 0 0,-1-1 0,0 0 0,0 0 0,0-1 0,-1 1 0,1-2 0,9-12 0,-2 2 0,-1-1 0,0 0 0,-2-1 0,16-34 0,-23 38 0,-9 16 0,-14 22 0,14-13 0,1 0 0,0 1 0,1 0 0,0 0 0,0 0 0,1 0 0,1 0 0,0 0 0,0 1 0,1-1 0,1 0 0,0 1 0,4 18 0,-4-27 0,1 0 0,-1-1 0,1 0 0,0 1 0,0-1 0,0 0 0,0 0 0,0 0 0,0 0 0,0 0 0,0-1 0,1 1 0,-1-1 0,1 1 0,-1-1 0,1 0 0,0 0 0,0 0 0,-1 0 0,1-1 0,0 1 0,0-1 0,0 1 0,0-1 0,-1 0 0,1 0 0,0-1 0,0 1 0,0 0 0,5-2 0,7-2 0,0 1 0,-1-2 0,1 0 0,18-9 0,2-4 0,-1-2 0,-1-1 0,-1-2 0,38-34 0,-69 56 0,-1 0 0,1 0 0,0 0 0,0 0 0,0 0 0,0 1 0,0-1 0,0 0 0,0 1 0,0-1 0,0 0 0,0 1 0,0-1 0,0 1 0,1 0 0,-1-1 0,0 1 0,2 0 0,-4 17 0,-26 36 0,25-49 0,-11 19 0,-47 98 0,59-121 0,0 1 0,1 0 0,-1 0 0,1 0 0,-1 0 0,1 0 0,0 0 0,-1-1 0,1 1 0,0 0 0,0 0 0,0 0 0,-1 0 0,1 0 0,0 0 0,0 0 0,0 0 0,1 0 0,-1 0 0,0 0 0,0 0 0,0 0 0,1 0 0,-1 0 0,0 0 0,1 0 0,-1 0 0,2 1 0,-1-2 0,1 0 0,-1 0 0,0 0 0,1 1 0,-1-1 0,1-1 0,-1 1 0,1 0 0,-1 0 0,0-1 0,1 1 0,-1 0 0,1-1 0,-1 1 0,0-1 0,2-1 0,59-37 0,-59 37 0,170-141 0,-171 142 0,-1 0 0,0 0 0,1 0 0,-1 0 0,1 0 0,0 0 0,-1 0 0,1 1 0,0-1 0,-1 1 0,1-1 0,0 1 0,0-1 0,-1 1 0,1 0 0,0 0 0,1 0 0,-2 1 0,0-1 0,0 0 0,-1 1 0,1-1 0,0 1 0,-1-1 0,1 1 0,0 0 0,-1-1 0,1 1 0,-1 0 0,1-1 0,-1 1 0,1 0 0,-1 0 0,0-1 0,1 1 0,-1 0 0,0 0 0,0 0 0,1 0 0,-1-1 0,0 1 0,0 2 0,0 9 0,0 0 0,-1 0 0,-1 0 0,-3 14 0,0 8 0,5-32 4,0 1 0,0-1 0,0 0 0,0 1 0,1-1 0,-1 0 0,1 1 0,0-1 0,0 0 0,-1 0 0,1 0 0,0 1 0,1-1 0,-1 0 0,0 0 0,1-1 0,-1 1 0,1 0 0,-1 0 0,1-1 0,0 1 0,0-1 0,0 1 0,0-1 0,0 0 0,0 0 0,0 0 0,0 0 0,3 1 0,0-1-128,1 1 0,-1-1 1,1-1-1,-1 1 0,0-1 0,1 0 1,-1 0-1,1 0 0,-1-1 0,1 0 1,8-2-1,4-4-6702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207 171 24575,'-8'-8'0,"-13"-8"0,-5-5 0,-8-4 0,-3 3 0,6 1 0,3 4 0,11 0 0,13 3 0,7 4-8191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3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78 167 24575,'0'-166'0,"-30"243"0,17-28 0,1 1 0,3 0 0,2 1 0,3 0 0,2 61 0,2-109-151,0 1-1,0 0 0,1 0 0,0-1 1,0 1-1,0 0 0,0-1 1,3 7-1,2-4-6674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3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136 157 24575,'-9'-4'0,"-7"-6"0,-5-6 0,1-4 0,0-3 0,-2 2 0,4 1 0,8 3 0,16 5 0,10 5 0,11 2 0,10 4 0,8 1 0,8 4 0,4 7 0,1 6 0,-9-1-8191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5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170 547 24575,'-57'37'0,"49"-31"0,-1 1 0,0-1 0,0-1 0,0 0 0,0 0 0,-1-1 0,0 0 0,1 0 0,-14 2 0,16-10 0,12-6 0,14-10 0,39-25 0,1 2 0,2 3 0,83-40 0,-143 79 0,0 0 0,0 0 0,1 1 0,-1-1 0,0 0 0,0 1 0,1-1 0,-1 1 0,1 0 0,-1-1 0,0 1 0,1 0 0,-1 0 0,0 0 0,1 0 0,-1 0 0,1 0 0,1 1 0,-3-1 0,1 1 0,-1-1 0,0 1 0,1-1 0,-1 1 0,0 0 0,1-1 0,-1 1 0,0 0 0,1-1 0,-1 1 0,0 0 0,0-1 0,0 1 0,0 0 0,0-1 0,0 1 0,0 0 0,0-1 0,0 1 0,0 0 0,0-1 0,0 1 0,0 0 0,-1 0 0,-25 62 0,15-40 0,9-19 0,1-1 0,0 1 0,0 0 0,0 0 0,0 0 0,1 0 0,0 0 0,-1 0 0,1 0 0,1 0 0,-1 0 0,1 0 0,-1 0 0,1 0 0,0 0 0,1-1 0,-1 1 0,4 7 0,-3-9 0,0 1 0,0-1 0,0 0 0,1 0 0,-1 0 0,1 0 0,-1 0 0,1 0 0,-1-1 0,1 1 0,0-1 0,0 0 0,0 0 0,0 0 0,0 0 0,0-1 0,0 1 0,0-1 0,0 1 0,0-1 0,0 0 0,1-1 0,-1 1 0,6-2 0,7-1 0,-1 0 0,1-2 0,-1 0 0,0-1 0,0 0 0,-1-2 0,1 1 0,20-16 0,9-11 0,46-44 0,-46 38 0,-44 40 0,0-1 0,1 0 0,-1 1 0,1-1 0,-1 1 0,1-1 0,-1 0 0,1 1 0,-1-1 0,1 1 0,0 0 0,-1-1 0,1 1 0,0-1 0,-1 1 0,1 0 0,0 0 0,0-1 0,-1 1 0,1 0 0,0 0 0,0 0 0,-1 0 0,1 0 0,0 0 0,0 0 0,-1 0 0,1 0 0,0 0 0,0 0 0,-1 0 0,1 1 0,0-1 0,0 0 0,-1 1 0,1-1 0,0 0 0,-1 1 0,1-1 0,-1 1 0,1-1 0,0 1 0,0 0 0,11 37 0,-2-4 0,-8-29 0,0-1 0,0 0 0,1 0 0,0 0 0,0 0 0,0 0 0,1 0 0,-1-1 0,1 0 0,0 1 0,-1-1 0,1-1 0,1 1 0,-1-1 0,0 1 0,1-1 0,-1 0 0,1-1 0,0 1 0,0-1 0,-1 0 0,9 1 0,-5-2 0,0-1 0,0 0 0,0 0 0,0-1 0,-1 0 0,1 0 0,-1-1 0,1 0 0,-1 0 0,0-1 0,0 0 0,0 0 0,8-7 0,0-1 0,-1 0 0,0 0 0,14-19 0,-23 26 0,-1 0 0,0 0 0,0-1 0,0 1 0,-1-1 0,0 0 0,0 0 0,-1 0 0,1 0 0,-1-1 0,-1 1 0,2-9 0,-2 14 0,-1 0 0,0 0 0,0-1 0,0 1 0,0 0 0,0 0 0,0 0 0,0 0 0,-1 0 0,1 0 0,0 0 0,0 0 0,-1 0 0,1 0 0,-1 0 0,1 0 0,-1 0 0,1 0 0,-1 0 0,0 0 0,1 1 0,-1-1 0,0 0 0,0 0 0,1 1 0,-1-1 0,-1 0 0,0 0 0,0 1 0,0 0 0,0-1 0,1 1 0,-1 0 0,0 0 0,0 0 0,1 1 0,-1-1 0,0 0 0,0 1 0,1-1 0,-1 1 0,-3 1 0,0 0 0,-1 1 0,1 0 0,0 0 0,0 0 0,0 1 0,0-1 0,1 1 0,-1 0 0,-3 6 0,5-7 0,2 0 0,-1-1 0,0 1 0,1 0 0,-1 0 0,1 0 0,0 0 0,0 1 0,0-1 0,0 0 0,1 0 0,-1 1 0,1-1 0,0 0 0,0 1 0,0-1 0,0 0 0,1 1 0,-1-1 0,1 0 0,0 1 0,0-1 0,0 0 0,0 0 0,0 0 0,1 0 0,2 4 0,-1-4 0,1 1 0,-1-1 0,1 0 0,0-1 0,-1 1 0,1 0 0,0-1 0,0 0 0,1 0 0,-1 0 0,0-1 0,1 1 0,-1-1 0,1 0 0,-1 0 0,1-1 0,0 0 0,-1 1 0,8-2 0,3-1 0,1-1 0,-1 0 0,0-1 0,0-1 0,0-1 0,0 0 0,-1 0 0,0-2 0,-1 0 0,1 0 0,-2-1 0,1-1 0,-1 0 0,-1-1 0,0 0 0,0-1 0,-1 0 0,0 0 0,-2-1 0,14-25 0,-16 15 0,-6 23 0,0-1 0,0 1 0,0 0 0,0-1 0,0 1 0,-1 0 0,1-1 0,0 1 0,0 0 0,0 0 0,0-1 0,-1 1 0,1 0 0,0 0 0,0-1 0,0 1 0,-1 0 0,1 0 0,0-1 0,0 1 0,-1 0 0,1 0 0,0 0 0,-1 0 0,1-1 0,0 1 0,-1 0 0,1 0 0,0 0 0,-1 0 0,1 0 0,0 0 0,-1 0 0,-1 0 0,-1 1 0,1-1 0,0 1 0,-1 0 0,1 0 0,0 0 0,0 0 0,0 0 0,0 1 0,0-1 0,0 0 0,0 1 0,0 0 0,-1 2 0,-13 11 0,2 1 0,0 0 0,-20 32 0,31-44 0,1 0 0,-1 0 0,1 0 0,0 0 0,0 0 0,0 1 0,1-1 0,0 1 0,-1-1 0,1 1 0,1-1 0,-1 1 0,1 0 0,0-1 0,0 1 0,0-1 0,1 1 0,-1 0 0,1-1 0,0 1 0,1-1 0,-1 1 0,1-1 0,2 5 0,-1-6 0,0 0 0,0 0 0,0 0 0,0-1 0,1 1 0,-1-1 0,1 1 0,0-1 0,0 0 0,0-1 0,0 1 0,0-1 0,0 0 0,0 0 0,0 0 0,1 0 0,-1-1 0,0 1 0,0-1 0,7-1 0,5 0 0,-1 0 0,1-1 0,-1-1 0,19-5 0,-15 2 0,-1-1 0,1 0 0,-2-1 0,1-1 0,-1-1 0,-1-1 0,23-17 0,-32 22 0,0 0 0,-1 0 0,0-1 0,0 0 0,0 0 0,-1 0 0,0-1 0,0 1 0,-1-1 0,0 0 0,-1-1 0,1 1 0,-2 0 0,1-1 0,-1 0 0,0 0 0,-1 0 0,1-12 0,-2 19 0,0 0 0,0 1 0,0-1 0,0 0 0,0 1 0,0-1 0,0 0 0,0 0 0,-1 1 0,1-1 0,-1 1 0,1-1 0,-1 0 0,0 1 0,1-1 0,-1 1 0,0-1 0,0 1 0,0 0 0,0-1 0,0 1 0,0 0 0,-1 0 0,1 0 0,0-1 0,-1 1 0,1 1 0,-1-1 0,1 0 0,-1 0 0,1 0 0,-1 1 0,0-1 0,1 1 0,-1 0 0,0-1 0,1 1 0,-1 0 0,0 0 0,1 0 0,-1 0 0,0 0 0,1 0 0,-1 0 0,0 1 0,-2 0 0,-1 1 0,-1-1 0,1 1 0,0 0 0,-1 1 0,1-1 0,0 1 0,1 0 0,-1 1 0,1-1 0,-1 1 0,1 0 0,0 0 0,-4 4 0,6-4 0,-1-1 0,0 1 0,1-1 0,0 1 0,-1 0 0,2 0 0,-1 0 0,0 0 0,1 0 0,0 0 0,-1 0 0,2 0 0,-1 1 0,0-1 0,1 0 0,0 1 0,0-1 0,0 1 0,1-1 0,0 0 0,-1 0 0,1 1 0,1-1 0,-1 0 0,1 0 0,-1 0 0,1 0 0,0 0 0,1 0 0,3 4 0,6 5 0,1 0 0,0-2 0,1 0 0,1 0 0,-1-1 0,20 9 0,19 14 0,-52-32 0,-1-1 0,1 0 0,0 1 0,-1-1 0,1 1 0,0-1 0,-1 1 0,1-1 0,-1 1 0,1-1 0,0 1 0,-1 0 0,0-1 0,1 1 0,-1 0 0,1-1 0,-1 1 0,0 0 0,1-1 0,-1 1 0,0 0 0,0 0 0,0 0 0,1-1 0,-1 2 0,-16 7 0,-37-4 0,47-5 0,-14 0 0,-1-1 0,1 0 0,-25-6 0,39 6 0,0 0 0,0-1 0,0 0 0,0 0 0,0 0 0,0-1 0,1 1 0,-1-1 0,1-1 0,0 1 0,0-1 0,0 0 0,0 0 0,-8-9 0,12 10 0,0 0 0,0 1 0,0-1 0,0 0 0,0 0 0,1 0 0,-1 0 0,1 0 0,0 1 0,0-1 0,0 0 0,0 0 0,0 0 0,1 0 0,0 0 0,-1 0 0,1 1 0,0-1 0,0 0 0,0 0 0,1 1 0,-1-1 0,1 1 0,-1-1 0,1 1 0,4-5 0,4-5 0,1 0 0,1 0 0,16-13 0,31-22 0,2 3 0,84-45 0,-144 88 0,1 0 0,0-1 0,0 2 0,0-1 0,0 0 0,-1 0 0,1 1 0,0-1 0,0 1 0,0-1 0,1 1 0,-1 0 0,0 0 0,0 0 0,0 0 0,0 0 0,0 0 0,3 1 0,-4 0 0,0 0 0,1 0 0,-1 0 0,0 0 0,0 0 0,0 0 0,0 0 0,0 0 0,0 0 0,0 0 0,0 1 0,0-1 0,0 0 0,-1 1 0,1-1 0,-1 0 0,1 1 0,-1-1 0,1 3 0,1 8 0,-1 1 0,0 0 0,-1-1 0,-2 25 0,1-16 0,-3 28 0,1-19 0,3 49 0,0-73 0,0 1 0,1 0 0,0-1 0,0 1 0,1-1 0,0 0 0,0 1 0,1-1 0,-1 0 0,1 0 0,1-1 0,-1 1 0,5 5 0,-7-9 0,1 0 0,-1-1 0,1 1 0,-1 0 0,1-1 0,0 1 0,0-1 0,0 0 0,0 1 0,0-1 0,0 0 0,0 0 0,0 0 0,0 0 0,0-1 0,1 1 0,-1-1 0,0 1 0,0-1 0,1 0 0,-1 0 0,0 0 0,1 0 0,-1 0 0,0 0 0,1-1 0,-1 1 0,0-1 0,0 0 0,1 1 0,-1-1 0,0 0 0,0 0 0,0-1 0,0 1 0,0 0 0,-1-1 0,1 1 0,0-1 0,0 1 0,-1-1 0,3-3 0,0 0 0,0 0 0,0-1 0,-1 1 0,1-1 0,-1 0 0,0 0 0,-1 0 0,0 0 0,0-1 0,0 1 0,-1-1 0,0 1 0,0-1 0,0-6 0,-2 4 0,0 0 0,-1 1 0,0-1 0,-1 1 0,1-1 0,-2 1 0,1 0 0,-1 0 0,0 1 0,-1-1 0,-10-13 0,9 12 0,8 5 0,19 11 0,25 18 0,25 26 0,33 20 0,-100-69 0,0-1 0,0 1 0,0-1 0,0 0 0,0 0 0,0-1 0,0 1 0,1-1 0,-1 0 0,0 0 0,0 0 0,0-1 0,1 1 0,-1-1 0,0 0 0,0 0 0,0-1 0,0 1 0,0-1 0,-1 0 0,1 0 0,0 0 0,5-5 0,-5 4 0,0 1 0,-1-1 0,1 0 0,-1 0 0,0 0 0,0-1 0,0 1 0,0-1 0,-1 0 0,1 0 0,-1 0 0,0 0 0,0 0 0,0 0 0,-1 0 0,0-1 0,0 1 0,0-1 0,0 1 0,0-1 0,-1-8 0,0 10 0,-1 1 0,0-1 0,0 0 0,0 0 0,0 1 0,0-1 0,-1 1 0,1-1 0,-1 1 0,1 0 0,-1-1 0,0 1 0,0 0 0,0 0 0,0 0 0,0 1 0,-1-1 0,1 0 0,0 1 0,-1-1 0,1 1 0,-1 0 0,0 0 0,1 0 0,-1 0 0,0 1 0,0-1 0,1 1 0,-1-1 0,0 1 0,0 0 0,-3 0 0,-2 0 0,1 0 0,-1 0 0,0 1 0,0 0 0,1 1 0,-1-1 0,1 2 0,-1-1 0,1 1 0,-12 6 0,16-8 0,-1 1 0,1 0 0,0 0 0,0 0 0,0 0 0,1 1 0,-1-1 0,0 1 0,1 0 0,0 0 0,-1 0 0,1 0 0,1 0 0,-1 0 0,0 1 0,1-1 0,-1 1 0,1-1 0,0 1 0,0-1 0,0 1 0,1-1 0,0 1 0,-1 0 0,1 0 0,0-1 0,1 1 0,-1 0 0,1-1 0,-1 1 0,1-1 0,0 1 0,0 0 0,1-1 0,-1 0 0,1 1 0,0-1 0,0 0 0,0 0 0,0 0 0,0 0 0,1 0 0,-1-1 0,1 1 0,0-1 0,0 1 0,0-1 0,0 0 0,0 0 0,0 0 0,0-1 0,5 2 0,16 7 0,1-1 0,0-1 0,0-2 0,1 0 0,0-2 0,0 0 0,37-1 0,183-16 0,-227 12 0,0-1 0,0-1 0,0 0 0,-1-2 0,0 0 0,0-1 0,0 0 0,25-15 0,-42 21 0,0-1 0,0 1 0,0-1 0,0 1 0,0-1 0,0 0 0,0 1 0,0-1 0,0 0 0,-1 0 0,1 0 0,0 1 0,-1-1 0,1 0 0,0 0 0,-1 0 0,1 0 0,-1 0 0,0 0 0,1 0 0,-1-1 0,0 1 0,0 0 0,1 0 0,-1 0 0,0 0 0,0 0 0,0 0 0,0 0 0,-1-1 0,1 1 0,0 0 0,0 0 0,-1 0 0,1 0 0,0 0 0,-1 0 0,1 0 0,-1 0 0,0 0 0,1 0 0,-1 0 0,0 1 0,1-1 0,-1 0 0,0 0 0,0 0 0,0 1 0,0-1 0,0 0 0,0 1 0,0-1 0,0 1 0,-1-1 0,-5-3 0,-1-1 0,1 2 0,-1-1 0,0 1 0,-14-4 0,-11 1 0,-1 1 0,0 1 0,0 2 0,0 1 0,0 2 0,1 1 0,-1 2 0,0 1 0,1 2 0,-38 12 0,63-16 0,1 0 0,0 1 0,0-1 0,0 1 0,1 1 0,-1 0 0,1 0 0,-8 7 0,13-11 0,0 1 0,0-1 0,0 0 0,1 0 0,-1 0 0,0 1 0,0-1 0,1 0 0,-1 1 0,1-1 0,-1 1 0,1-1 0,-1 1 0,1-1 0,0 1 0,0-1 0,0 1 0,0-1 0,0 4 0,1-4 0,0 1 0,0 0 0,0 0 0,0-1 0,0 1 0,1 0 0,-1-1 0,0 1 0,1-1 0,0 0 0,-1 1 0,1-1 0,0 0 0,-1 0 0,1 0 0,0 0 0,0 0 0,0-1 0,2 2 0,11 3 0,1-1 0,-1 0 0,1-1 0,0-1 0,0 0 0,-1-1 0,1-1 0,0-1 0,0 0 0,0-1 0,0 0 0,-1-2 0,1 0 0,19-7 0,-18 4 0,0 0 0,0 0 0,-1-2 0,0 0 0,-1-1 0,0 0 0,0-1 0,-1-1 0,-1 0 0,0-1 0,-1-1 0,14-18 0,-18 19 0,0 0 0,-1-1 0,-1 0 0,0 0 0,-1-1 0,-1 0 0,0 0 0,-1 0 0,0 0 0,-1 0 0,-1-1 0,0 1 0,-2 0 0,1-1 0,-2 1 0,0 0 0,-1 0 0,-7-24 0,9 36 0,0 0 0,0 1 0,0-1 0,0 0 0,-1 1 0,1-1 0,-1 1 0,1 0 0,-1-1 0,0 1 0,0 0 0,0 0 0,0 0 0,0 0 0,0 1 0,-1-1 0,-2-1 0,3 2 0,0 1 0,0 0 0,1-1 0,-1 1 0,0 0 0,0 0 0,0 0 0,0 0 0,0 0 0,0 1 0,1-1 0,-1 1 0,0-1 0,0 1 0,0-1 0,1 1 0,-1 0 0,0 0 0,-2 1 0,-4 5 0,1-1 0,-1 1 0,1 0 0,1 0 0,-1 1 0,1 0 0,0 0 0,-5 11 0,-6 12 17,2 1 0,1 0 1,1 1-1,2 1 0,1 0 0,-7 48 0,14-64-123,0 0 0,2 0 0,0 1 0,1-1 0,1 1 0,1-1-1,0 0 1,1 0 0,1 0 0,1 0 0,1 0 0,0-1 0,17 32 0,-4-21-6720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6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56 24575,'-13'-2'0,"-1"-1"0,1 0 0,0-1 0,0 0 0,0-1 0,-15-8 0,15 7 0,9 3 0,1 1 0,-1 0 0,0 0 0,0 1 0,-1-1 0,1 1 0,0 0 0,0 0 0,-6 0 0,8 2 0,0-1 0,-1 1 0,1 0 0,0 0 0,0-1 0,0 2 0,0-1 0,0 0 0,0 0 0,0 1 0,0-1 0,0 1 0,1-1 0,-1 1 0,1 0 0,-1 0 0,1-1 0,0 1 0,-1 0 0,1 0 0,-1 3 0,-6 10 0,1 0 0,0 1 0,1 0 0,0 0 0,1 0 0,1 1 0,1 0 0,1 0 0,0 0 0,1 0 0,2 28 0,-1-43 0,0 0 0,0 1 0,0-1 0,0 0 0,1 0 0,-1 1 0,1-1 0,0 0 0,0 0 0,0 0 0,0 0 0,0 0 0,0 0 0,0 0 0,0 0 0,1-1 0,-1 1 0,1 0 0,0-1 0,-1 1 0,1-1 0,2 2 0,-1-2 0,0 0 0,0 0 0,0 0 0,0-1 0,0 1 0,0-1 0,0 0 0,0 0 0,0 0 0,0 0 0,1 0 0,-1-1 0,6-1 0,5-2 0,0-1 0,0-1 0,0 0 0,-1-1 0,18-11 0,14-15 0,57-53 0,20-15 0,-121 100 0,0 0 0,0 0 0,1 0 0,-1 0 0,1 0 0,-1 0 0,1 0 0,-1 0 0,1 1 0,0-1 0,-1 1 0,1-1 0,0 1 0,-1 0 0,1 0 0,0-1 0,0 1 0,2 1 0,-3-1 0,0 1 0,0-1 0,-1 1 0,1-1 0,0 1 0,-1 0 0,1-1 0,0 1 0,-1 0 0,1 0 0,-1 0 0,1-1 0,-1 1 0,0 0 0,1 0 0,-1 0 0,0 0 0,1 0 0,-1 0 0,0 0 0,0-1 0,0 1 0,0 2 0,0 9 0,-1-1 0,0 1 0,-1-1 0,-4 13 0,5-17 0,-2 5 0,0-3 0,1 1 0,0 0 0,0 0 0,1 0 0,0 0 0,1 0 0,0 0 0,0 0 0,4 18 0,-3-27 0,-1 0 0,1 0 0,0 0 0,-1 1 0,1-1 0,0 0 0,0 0 0,0 0 0,0-1 0,0 1 0,0 0 0,0 0 0,0-1 0,0 1 0,1 0 0,-1-1 0,0 1 0,0-1 0,1 1 0,-1-1 0,0 0 0,1 0 0,-1 1 0,0-1 0,1 0 0,-1 0 0,0 0 0,1-1 0,-1 1 0,0 0 0,0 0 0,1-1 0,-1 1 0,0-1 0,0 1 0,1-1 0,-1 1 0,2-2 0,4-2 0,1 0 0,-1 0 0,0-1 0,11-9 0,51-60 0,-56 58 0,1 1 0,0 0 0,1 0 0,0 2 0,28-20 0,-42 33 1,0-1 0,0 0 0,0 0-1,0 1 1,0-1 0,0 0 0,1 1-1,-1-1 1,0 1 0,0-1 0,1 1-1,-1 0 1,0 0 0,0-1 0,1 1-1,-1 0 1,0 0 0,1 0 0,-1 1-1,0-1 1,1 0 0,-1 0 0,0 1-1,1-1 1,-1 1 0,0-1 0,0 1-1,0-1 1,0 1 0,1 0 0,-1-1-1,0 1 1,0 0 0,0 0 0,0 0-1,-1 0 1,2 1 0,2 5-18,-1-1 0,0 1 0,-1-1 0,0 1 0,0 0 0,1 7 0,7 19-1258,-1-15-5551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6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143 232 24575,'-4'-8'0,"-10"-8"0,-8-9 0,-3-6 0,-3 0 0,4-1 0,6 2 0,11 5 0,10 8 0,13 6 0,5 5-8191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6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84 24575,'-21'-17'0,"0"0"0,-1 2 0,-28-14 0,50 28 0,-1 1 0,0-1 0,0 1 0,0-1 0,0 1 0,0-1 0,0 1 0,0 0 0,0-1 0,0 1 0,0 0 0,0 0 0,0 0 0,0 0 0,0 0 0,0 0 0,0 0 0,0 0 0,0 0 0,0 0 0,0 1 0,0-1 0,0 0 0,0 1 0,0-1 0,0 0 0,0 1 0,0 0 0,0-1 0,1 1 0,-1-1 0,0 1 0,0 0 0,1 0 0,-1-1 0,0 1 0,1 0 0,-1 0 0,1 0 0,-1 0 0,1 0 0,-1 0 0,1 0 0,-1 0 0,1 0 0,0 0 0,0 0 0,-1 1 0,-1 9 0,0 0 0,1 0 0,-1 21 0,1-12 0,-16 218 0,16-205 0,3-1 0,0 1 0,2 0 0,2-1 0,11 39 0,-16-66-151,1 0-1,0 0 0,0 0 0,0-1 1,0 1-1,1-1 0,0 1 1,4 5-1,4-3-6674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6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72 423 24575,'-2'-28'0,"-2"0"0,0 1 0,-2-1 0,-15-45 0,11 39 0,1 0 0,-6-43 0,15 74 0,0 0 0,0 0 0,0 0 0,0 0 0,1 0 0,-1 0 0,1 0 0,0 0 0,0 0 0,0 0 0,0 1 0,0-1 0,0 0 0,1 1 0,-1-1 0,1 1 0,0-1 0,0 1 0,0 0 0,0 0 0,0 0 0,0 0 0,1 0 0,-1 0 0,1 1 0,-1-1 0,1 1 0,-1 0 0,1-1 0,0 1 0,4-1 0,9-2 0,1 0 0,0 1 0,-1 0 0,23 1 0,-32 1 0,25-1-170,0 2-1,0 1 0,0 2 1,0 0-1,0 3 0,-1 0 1,50 18-1,-38-6-6655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8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371 379 24575,'-169'69'0,"-11"4"0,159-64 0,21-9 0,0 1 0,0-1 0,0 0 0,0 0 0,0 0 0,0 0 0,0 0 0,0 1 0,0-1 0,0 0 0,0 0 0,0 0 0,0 0 0,0 1 0,0-1 0,0 0 0,0 0 0,0 0 0,0 0 0,1 0 0,-1 1 0,0-1 0,0 0 0,0 0 0,0 0 0,0 0 0,0 0 0,0 0 0,1 0 0,-1 1 0,0-1 0,0 0 0,0 0 0,0 0 0,0 0 0,1 0 0,-1 0 0,0 0 0,0 0 0,0 0 0,0 0 0,1 0 0,-1 0 0,0 0 0,0 0 0,0 0 0,0 0 0,0 0 0,1 0 0,-1 0 0,0 0 0,0 0 0,0 0 0,1 0 0,43 0 0,-35 0 0,89 1 0,-52 0 0,0-1 0,79-11 0,-59-8 0,-91 66 0,23-44 0,1 0 0,0 0 0,0 0 0,0 0 0,0 0 0,0 0 0,0 0 0,1 0 0,-1 0 0,1 1 0,0-1 0,0 0 0,0 0 0,1 0 0,-1 0 0,1 1 0,0-1 0,0 0 0,0 0 0,0 0 0,0 0 0,0 0 0,1-1 0,0 1 0,2 3 0,-1-3 0,0 0 0,1-1 0,-1 0 0,1 0 0,0 0 0,-1 0 0,1-1 0,0 1 0,0-1 0,0 0 0,0 0 0,0 0 0,0-1 0,0 1 0,0-1 0,0 0 0,1 0 0,-1-1 0,6 0 0,3-2 0,1-1 0,-1 0 0,1-1 0,-1 0 0,0-1 0,-1 0 0,0-1 0,0 0 0,15-13 0,13-7 0,-39 27 0,0 0 0,-1-1 0,1 1 0,-1 0 0,1 0 0,0 0 0,-1 0 0,1 0 0,-1 0 0,1 0 0,0 0 0,-1 0 0,1 0 0,0 0 0,-1 1 0,1-1 0,-1 0 0,1 0 0,-1 0 0,1 1 0,0-1 0,-1 0 0,1 1 0,-1-1 0,1 1 0,-1-1 0,0 0 0,2 2 0,15 18 0,-4-4 0,-6-11 0,0-1 0,0 0 0,0-1 0,0 0 0,0 0 0,1-1 0,-1 1 0,1-2 0,0 1 0,0-1 0,-1 0 0,1-1 0,0 1 0,0-2 0,0 1 0,0-1 0,11-3 0,-3 1 0,1-2 0,-2 0 0,1 0 0,0-1 0,-1-1 0,0-1 0,16-11 0,-16 7 0,-2 1 0,0-2 0,0 0 0,-1-1 0,0 0 0,-2 0 0,1-1 0,-2-1 0,0 0 0,-1 0 0,-1-1 0,8-24 0,-4 8 0,-3 0 0,0-1 0,-3 1 0,0-1 0,-1-58 0,-4 85 0,0 1 0,-1-1 0,0 0 0,0 1 0,-1-1 0,0 1 0,0 0 0,0 0 0,-1 0 0,0 0 0,-6-9 0,8 13 0,0 1 0,0-1 0,0 1 0,-1 0 0,1 0 0,0 0 0,-1 0 0,1 0 0,-1 0 0,1 0 0,-1 0 0,1 1 0,-1-1 0,1 0 0,-1 1 0,0 0 0,1-1 0,-1 1 0,-2 0 0,1 0 0,0 1 0,1-1 0,-1 1 0,1 0 0,-1 0 0,0 0 0,1 0 0,-1 0 0,1 1 0,0-1 0,0 1 0,-1-1 0,1 1 0,0 0 0,0 0 0,-1 2 0,-8 8 0,2 1 0,-1 0 0,2 0 0,0 1 0,0 0 0,2 1 0,-8 19 0,-26 109 0,37-130 0,1 0 0,0 0 0,1 0 0,0 0 0,1 0 0,1 0 0,0 0 0,0 0 0,1 0 0,1-1 0,1 1 0,-1 0 0,11 21 0,-10-26 0,1 0 0,0-1 0,0 1 0,1-1 0,0 0 0,0-1 0,0 1 0,1-1 0,0-1 0,0 1 0,0-1 0,1 0 0,0-1 0,0 0 0,0 0 0,0-1 0,1 0 0,-1 0 0,1-1 0,17 2 0,-14-2 0,0 0 0,0-2 0,1 1 0,-1-2 0,0 0 0,0 0 0,0-1 0,1 0 0,21-8 0,-26 6 0,0 0 0,0-1 0,0 1 0,-1-1 0,1-1 0,-1 1 0,-1-1 0,1-1 0,-1 1 0,0-1 0,-1 0 0,1 0 0,-1-1 0,4-9 0,-3 7 0,0 1 0,-1-1 0,0 1 0,0-1 0,-1-1 0,0 1 0,-1-1 0,0 1 0,2-14 0,-5 24 0,0-1 0,0 1 0,0-1 0,0 1 0,0-1 0,0 1 0,0-1 0,0 1 0,0-1 0,0 1 0,0-1 0,0 1 0,0-1 0,0 1 0,-1-1 0,1 1 0,0-1 0,0 1 0,-1 0 0,1-1 0,0 1 0,0-1 0,-1 1 0,1 0 0,0-1 0,-1 1 0,1 0 0,-1-1 0,1 1 0,0 0 0,-1 0 0,1-1 0,-2 1 0,-14 7 0,-13 24 0,20-18 0,0 1 0,1 0 0,0 1 0,2 0 0,-7 20 0,10-30 0,1 1 0,1 0 0,-1 0 0,1 0 0,0 0 0,1 0 0,-1 1 0,1-1 0,0 0 0,1 0 0,0 0 0,-1 0 0,2 0 0,-1 0 0,1 0 0,0 0 0,3 6 0,-4-10 0,1 0 0,-1 0 0,0 0 0,1 0 0,0 0 0,-1 0 0,1-1 0,0 1 0,0-1 0,0 1 0,0-1 0,0 0 0,0 0 0,0 0 0,1 0 0,-1 0 0,0 0 0,1 0 0,-1-1 0,0 1 0,4-1 0,-2 0 0,0 0 0,1-1 0,-1 1 0,1-1 0,-1 0 0,0-1 0,0 1 0,0-1 0,0 1 0,8-6 0,-1 0 0,0-1 0,0 0 0,-1-1 0,0 0 0,-1 0 0,16-21 0,-12 9 0,-11 16 0,0 1 0,1 0 0,0 0 0,-1 0 0,1 0 0,1 0 0,-1 1 0,4-4 0,-1 8 0,-5 10 0,-6 19 0,4-25 0,0 1 0,0 0 0,0 1 0,0-1 0,1 0 0,0 1 0,1-1 0,-1 1 0,1-1 0,0 0 0,1 1 0,-1-1 0,1 0 0,1 0 0,-1 0 0,1 0 0,0-1 0,0 1 0,6 7 0,-5-9 0,-1-1 0,1 1 0,0-1 0,0 0 0,1 0 0,-1 0 0,1-1 0,-1 1 0,1-1 0,0 0 0,0 0 0,0-1 0,0 0 0,0 0 0,0 0 0,0 0 0,0-1 0,0 0 0,1 0 0,-1 0 0,0 0 0,0-1 0,8-2 0,-4 0 0,1 0 0,0 0 0,-1-1 0,0-1 0,0 1 0,0-1 0,0-1 0,-1 0 0,0 0 0,0-1 0,-1 0 0,0 0 0,0 0 0,0-1 0,-1 0 0,0-1 0,-1 1 0,0-1 0,0 0 0,-1 0 0,0-1 0,-1 0 0,0 1 0,0-1 0,-1 0 0,0 0 0,-1 0 0,0 0 0,-1-1 0,0 1 0,0 0 0,-1 0 0,0 0 0,-1 0 0,-1 0 0,1 0 0,-1 0 0,-1 1 0,0-1 0,0 1 0,-7-10 0,9 16 0,0 0 0,-1 0 0,1 1 0,0-1 0,-1 1 0,0-1 0,0 1 0,1 0 0,-1 0 0,-1 1 0,1-1 0,0 0 0,0 1 0,0 0 0,-1 0 0,1 0 0,-6-1 0,8 2 0,-1 0 0,1 0 0,0 0 0,0 0 0,0 0 0,-1 1 0,1-1 0,0 0 0,0 1 0,0-1 0,0 0 0,0 1 0,0 0 0,0-1 0,0 1 0,0-1 0,0 1 0,0 0 0,0 0 0,-1 1 0,0 0 0,1 0 0,0 0 0,1 1 0,-1-1 0,0 0 0,0 0 0,1 0 0,0 0 0,-1 1 0,1-1 0,0 0 0,0 1 0,0-1 0,0 0 0,1 3 0,0 2 0,1 0 0,-1 0 0,1 0 0,1 0 0,-1 0 0,1-1 0,1 1 0,-1-1 0,1 0 0,5 6 0,52 55 0,-51-58 0,0 0 0,-1 1 0,0 0 0,0 0 0,-1 1 0,0 0 0,-1 1 0,-1 0 0,6 12 0,-11-21 0,-1 0 0,1 0 0,-1 0 0,0 0 0,0 0 0,0 0 0,0 0 0,-1 0 0,1 0 0,-1 0 0,0 0 0,-2 5 0,2 5 0,25-21 0,147-86 0,-151 81 0,0-1 0,-1 0 0,-1-2 0,-1 0 0,0-1 0,16-21 0,-31 37 0,-1-1 0,1 0 0,-1 0 0,0 0 0,0 0 0,0 0 0,0 0 0,0 0 0,0 0 0,0 0 0,-1-1 0,1 1 0,-1 0 0,0 0 0,1-4 0,-1 5 0,-1 1 0,1-1 0,0 0 0,-1 0 0,1 0 0,-1 1 0,1-1 0,0 0 0,-1 0 0,0 1 0,1-1 0,-1 1 0,1-1 0,-1 0 0,0 1 0,1-1 0,-1 1 0,0-1 0,0 1 0,0 0 0,1-1 0,-1 1 0,0 0 0,0-1 0,0 1 0,-1 0 0,-3-1 0,0 1 0,-1 0 0,1 0 0,-1 0 0,1 1 0,0-1 0,-1 1 0,1 1 0,0-1 0,0 1 0,-5 2 0,4-1 0,0-1 0,0 2 0,0-1 0,1 1 0,0 0 0,-1 0 0,2 0 0,-1 0 0,0 1 0,1 0 0,0 0 0,0 1 0,0-1 0,1 1 0,-6 11 0,8-13 0,0 0 0,0 0 0,0 0 0,1 0 0,-1 0 0,1 1 0,0-1 0,0 0 0,0 0 0,1 0 0,-1 0 0,1 0 0,0 0 0,0 0 0,1 0 0,-1 0 0,1 0 0,0 0 0,0-1 0,0 1 0,1-1 0,-1 1 0,1-1 0,-1 0 0,1 0 0,4 3 0,6 4-97,0-1-1,0 0 1,1-2-1,0 1 1,1-2-1,0 0 1,-1 0-1,2-2 1,-1 1-1,1-2 1,-1 0-1,1-1 0,19 0 1,11 0-6729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8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24575,'-8'0'0,"-8"0"0,-5 0 0,5 0 0,10 0 0,19 0 0,20 0 0,17 0 0,18 0 0,19 5 0,-6 1-8191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5T05:07:58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0 24575,'-5'0'0,"-5"5"0,-5 0 0,-9 5 0,-5 0 0,-2-1 0,1-3 0,0-1 0,10-3 0,13-1 0,7-5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5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16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38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72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28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02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63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2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9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71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9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91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01" r:id="rId4"/>
    <p:sldLayoutId id="2147483702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99" Type="http://schemas.openxmlformats.org/officeDocument/2006/relationships/image" Target="../media/image150.png"/><Relationship Id="rId21" Type="http://schemas.openxmlformats.org/officeDocument/2006/relationships/image" Target="../media/image11.png"/><Relationship Id="rId63" Type="http://schemas.openxmlformats.org/officeDocument/2006/relationships/image" Target="../media/image32.png"/><Relationship Id="rId159" Type="http://schemas.openxmlformats.org/officeDocument/2006/relationships/image" Target="../media/image80.png"/><Relationship Id="rId324" Type="http://schemas.openxmlformats.org/officeDocument/2006/relationships/customXml" Target="../ink/ink162.xml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image" Target="../media/image168.png"/><Relationship Id="rId5" Type="http://schemas.openxmlformats.org/officeDocument/2006/relationships/image" Target="../media/image3.png"/><Relationship Id="rId181" Type="http://schemas.openxmlformats.org/officeDocument/2006/relationships/image" Target="../media/image91.png"/><Relationship Id="rId237" Type="http://schemas.openxmlformats.org/officeDocument/2006/relationships/image" Target="../media/image119.png"/><Relationship Id="rId279" Type="http://schemas.openxmlformats.org/officeDocument/2006/relationships/image" Target="../media/image140.png"/><Relationship Id="rId43" Type="http://schemas.openxmlformats.org/officeDocument/2006/relationships/image" Target="../media/image22.png"/><Relationship Id="rId139" Type="http://schemas.openxmlformats.org/officeDocument/2006/relationships/image" Target="../media/image70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46" Type="http://schemas.openxmlformats.org/officeDocument/2006/relationships/customXml" Target="../ink/ink173.xml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8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image" Target="../media/image81.png"/><Relationship Id="rId217" Type="http://schemas.openxmlformats.org/officeDocument/2006/relationships/image" Target="../media/image109.png"/><Relationship Id="rId259" Type="http://schemas.openxmlformats.org/officeDocument/2006/relationships/image" Target="../media/image130.png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270" Type="http://schemas.openxmlformats.org/officeDocument/2006/relationships/customXml" Target="../ink/ink135.xml"/><Relationship Id="rId326" Type="http://schemas.openxmlformats.org/officeDocument/2006/relationships/customXml" Target="../ink/ink163.xml"/><Relationship Id="rId65" Type="http://schemas.openxmlformats.org/officeDocument/2006/relationships/image" Target="../media/image33.png"/><Relationship Id="rId130" Type="http://schemas.openxmlformats.org/officeDocument/2006/relationships/customXml" Target="../ink/ink65.xml"/><Relationship Id="rId172" Type="http://schemas.openxmlformats.org/officeDocument/2006/relationships/customXml" Target="../ink/ink86.xml"/><Relationship Id="rId228" Type="http://schemas.openxmlformats.org/officeDocument/2006/relationships/customXml" Target="../ink/ink114.xml"/><Relationship Id="rId281" Type="http://schemas.openxmlformats.org/officeDocument/2006/relationships/image" Target="../media/image141.png"/><Relationship Id="rId337" Type="http://schemas.openxmlformats.org/officeDocument/2006/relationships/image" Target="../media/image169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71.png"/><Relationship Id="rId7" Type="http://schemas.openxmlformats.org/officeDocument/2006/relationships/image" Target="../media/image4.png"/><Relationship Id="rId183" Type="http://schemas.openxmlformats.org/officeDocument/2006/relationships/image" Target="../media/image92.png"/><Relationship Id="rId239" Type="http://schemas.openxmlformats.org/officeDocument/2006/relationships/image" Target="../media/image120.png"/><Relationship Id="rId250" Type="http://schemas.openxmlformats.org/officeDocument/2006/relationships/customXml" Target="../ink/ink125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5" Type="http://schemas.openxmlformats.org/officeDocument/2006/relationships/image" Target="../media/image23.png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152" Type="http://schemas.openxmlformats.org/officeDocument/2006/relationships/customXml" Target="../ink/ink76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61" Type="http://schemas.openxmlformats.org/officeDocument/2006/relationships/image" Target="../media/image131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159.png"/><Relationship Id="rId98" Type="http://schemas.openxmlformats.org/officeDocument/2006/relationships/customXml" Target="../ink/ink49.xml"/><Relationship Id="rId121" Type="http://schemas.openxmlformats.org/officeDocument/2006/relationships/image" Target="../media/image61.png"/><Relationship Id="rId163" Type="http://schemas.openxmlformats.org/officeDocument/2006/relationships/image" Target="../media/image82.png"/><Relationship Id="rId219" Type="http://schemas.openxmlformats.org/officeDocument/2006/relationships/image" Target="../media/image110.png"/><Relationship Id="rId230" Type="http://schemas.openxmlformats.org/officeDocument/2006/relationships/customXml" Target="../ink/ink115.xml"/><Relationship Id="rId251" Type="http://schemas.openxmlformats.org/officeDocument/2006/relationships/image" Target="../media/image126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272" Type="http://schemas.openxmlformats.org/officeDocument/2006/relationships/customXml" Target="../ink/ink136.xml"/><Relationship Id="rId293" Type="http://schemas.openxmlformats.org/officeDocument/2006/relationships/image" Target="../media/image147.png"/><Relationship Id="rId307" Type="http://schemas.openxmlformats.org/officeDocument/2006/relationships/image" Target="../media/image154.png"/><Relationship Id="rId328" Type="http://schemas.openxmlformats.org/officeDocument/2006/relationships/customXml" Target="../ink/ink164.xml"/><Relationship Id="rId349" Type="http://schemas.openxmlformats.org/officeDocument/2006/relationships/image" Target="../media/image175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32" Type="http://schemas.openxmlformats.org/officeDocument/2006/relationships/customXml" Target="../ink/ink66.xml"/><Relationship Id="rId153" Type="http://schemas.openxmlformats.org/officeDocument/2006/relationships/image" Target="../media/image77.png"/><Relationship Id="rId174" Type="http://schemas.openxmlformats.org/officeDocument/2006/relationships/customXml" Target="../ink/ink87.xml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220" Type="http://schemas.openxmlformats.org/officeDocument/2006/relationships/customXml" Target="../ink/ink110.xml"/><Relationship Id="rId241" Type="http://schemas.openxmlformats.org/officeDocument/2006/relationships/image" Target="../media/image121.png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262" Type="http://schemas.openxmlformats.org/officeDocument/2006/relationships/customXml" Target="../ink/ink131.xml"/><Relationship Id="rId283" Type="http://schemas.openxmlformats.org/officeDocument/2006/relationships/image" Target="../media/image142.png"/><Relationship Id="rId318" Type="http://schemas.openxmlformats.org/officeDocument/2006/relationships/customXml" Target="../ink/ink159.xml"/><Relationship Id="rId339" Type="http://schemas.openxmlformats.org/officeDocument/2006/relationships/image" Target="../media/image170.png"/><Relationship Id="rId78" Type="http://schemas.openxmlformats.org/officeDocument/2006/relationships/customXml" Target="../ink/ink39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1.xml"/><Relationship Id="rId143" Type="http://schemas.openxmlformats.org/officeDocument/2006/relationships/image" Target="../media/image72.png"/><Relationship Id="rId164" Type="http://schemas.openxmlformats.org/officeDocument/2006/relationships/customXml" Target="../ink/ink82.xml"/><Relationship Id="rId185" Type="http://schemas.openxmlformats.org/officeDocument/2006/relationships/image" Target="../media/image93.png"/><Relationship Id="rId350" Type="http://schemas.openxmlformats.org/officeDocument/2006/relationships/customXml" Target="../ink/ink175.xml"/><Relationship Id="rId9" Type="http://schemas.openxmlformats.org/officeDocument/2006/relationships/image" Target="../media/image5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252" Type="http://schemas.openxmlformats.org/officeDocument/2006/relationships/customXml" Target="../ink/ink126.xml"/><Relationship Id="rId273" Type="http://schemas.openxmlformats.org/officeDocument/2006/relationships/image" Target="../media/image137.png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329" Type="http://schemas.openxmlformats.org/officeDocument/2006/relationships/image" Target="../media/image165.png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54" Type="http://schemas.openxmlformats.org/officeDocument/2006/relationships/customXml" Target="../ink/ink77.xml"/><Relationship Id="rId175" Type="http://schemas.openxmlformats.org/officeDocument/2006/relationships/image" Target="../media/image88.png"/><Relationship Id="rId340" Type="http://schemas.openxmlformats.org/officeDocument/2006/relationships/customXml" Target="../ink/ink170.xml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42" Type="http://schemas.openxmlformats.org/officeDocument/2006/relationships/customXml" Target="../ink/ink121.xml"/><Relationship Id="rId263" Type="http://schemas.openxmlformats.org/officeDocument/2006/relationships/image" Target="../media/image132.png"/><Relationship Id="rId284" Type="http://schemas.openxmlformats.org/officeDocument/2006/relationships/customXml" Target="../ink/ink142.xml"/><Relationship Id="rId319" Type="http://schemas.openxmlformats.org/officeDocument/2006/relationships/image" Target="../media/image160.png"/><Relationship Id="rId37" Type="http://schemas.openxmlformats.org/officeDocument/2006/relationships/image" Target="../media/image19.png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23" Type="http://schemas.openxmlformats.org/officeDocument/2006/relationships/image" Target="../media/image62.png"/><Relationship Id="rId144" Type="http://schemas.openxmlformats.org/officeDocument/2006/relationships/customXml" Target="../ink/ink72.xml"/><Relationship Id="rId330" Type="http://schemas.openxmlformats.org/officeDocument/2006/relationships/customXml" Target="../ink/ink165.xml"/><Relationship Id="rId90" Type="http://schemas.openxmlformats.org/officeDocument/2006/relationships/customXml" Target="../ink/ink45.xml"/><Relationship Id="rId165" Type="http://schemas.openxmlformats.org/officeDocument/2006/relationships/image" Target="../media/image83.png"/><Relationship Id="rId186" Type="http://schemas.openxmlformats.org/officeDocument/2006/relationships/customXml" Target="../ink/ink93.xml"/><Relationship Id="rId351" Type="http://schemas.openxmlformats.org/officeDocument/2006/relationships/image" Target="../media/image176.png"/><Relationship Id="rId211" Type="http://schemas.openxmlformats.org/officeDocument/2006/relationships/image" Target="../media/image106.png"/><Relationship Id="rId232" Type="http://schemas.openxmlformats.org/officeDocument/2006/relationships/customXml" Target="../ink/ink116.xml"/><Relationship Id="rId253" Type="http://schemas.openxmlformats.org/officeDocument/2006/relationships/image" Target="../media/image127.png"/><Relationship Id="rId274" Type="http://schemas.openxmlformats.org/officeDocument/2006/relationships/customXml" Target="../ink/ink137.xml"/><Relationship Id="rId295" Type="http://schemas.openxmlformats.org/officeDocument/2006/relationships/image" Target="../media/image148.png"/><Relationship Id="rId309" Type="http://schemas.openxmlformats.org/officeDocument/2006/relationships/image" Target="../media/image155.png"/><Relationship Id="rId27" Type="http://schemas.openxmlformats.org/officeDocument/2006/relationships/image" Target="../media/image14.png"/><Relationship Id="rId48" Type="http://schemas.openxmlformats.org/officeDocument/2006/relationships/customXml" Target="../ink/ink24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34" Type="http://schemas.openxmlformats.org/officeDocument/2006/relationships/customXml" Target="../ink/ink67.xml"/><Relationship Id="rId320" Type="http://schemas.openxmlformats.org/officeDocument/2006/relationships/customXml" Target="../ink/ink160.xml"/><Relationship Id="rId80" Type="http://schemas.openxmlformats.org/officeDocument/2006/relationships/customXml" Target="../ink/ink40.xml"/><Relationship Id="rId155" Type="http://schemas.openxmlformats.org/officeDocument/2006/relationships/image" Target="../media/image78.png"/><Relationship Id="rId176" Type="http://schemas.openxmlformats.org/officeDocument/2006/relationships/customXml" Target="../ink/ink88.xml"/><Relationship Id="rId197" Type="http://schemas.openxmlformats.org/officeDocument/2006/relationships/image" Target="../media/image99.png"/><Relationship Id="rId341" Type="http://schemas.openxmlformats.org/officeDocument/2006/relationships/image" Target="../media/image171.png"/><Relationship Id="rId201" Type="http://schemas.openxmlformats.org/officeDocument/2006/relationships/image" Target="../media/image101.png"/><Relationship Id="rId222" Type="http://schemas.openxmlformats.org/officeDocument/2006/relationships/customXml" Target="../ink/ink111.xml"/><Relationship Id="rId243" Type="http://schemas.openxmlformats.org/officeDocument/2006/relationships/image" Target="../media/image122.png"/><Relationship Id="rId264" Type="http://schemas.openxmlformats.org/officeDocument/2006/relationships/customXml" Target="../ink/ink132.xml"/><Relationship Id="rId285" Type="http://schemas.openxmlformats.org/officeDocument/2006/relationships/image" Target="../media/image143.png"/><Relationship Id="rId17" Type="http://schemas.openxmlformats.org/officeDocument/2006/relationships/image" Target="../media/image9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24" Type="http://schemas.openxmlformats.org/officeDocument/2006/relationships/customXml" Target="../ink/ink62.xml"/><Relationship Id="rId310" Type="http://schemas.openxmlformats.org/officeDocument/2006/relationships/customXml" Target="../ink/ink155.xml"/><Relationship Id="rId70" Type="http://schemas.openxmlformats.org/officeDocument/2006/relationships/customXml" Target="../ink/ink35.xml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66" Type="http://schemas.openxmlformats.org/officeDocument/2006/relationships/customXml" Target="../ink/ink83.xml"/><Relationship Id="rId187" Type="http://schemas.openxmlformats.org/officeDocument/2006/relationships/image" Target="../media/image94.png"/><Relationship Id="rId331" Type="http://schemas.openxmlformats.org/officeDocument/2006/relationships/image" Target="../media/image166.png"/><Relationship Id="rId352" Type="http://schemas.openxmlformats.org/officeDocument/2006/relationships/customXml" Target="../ink/ink176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33" Type="http://schemas.openxmlformats.org/officeDocument/2006/relationships/image" Target="../media/image117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275" Type="http://schemas.openxmlformats.org/officeDocument/2006/relationships/image" Target="../media/image138.png"/><Relationship Id="rId296" Type="http://schemas.openxmlformats.org/officeDocument/2006/relationships/customXml" Target="../ink/ink148.xml"/><Relationship Id="rId300" Type="http://schemas.openxmlformats.org/officeDocument/2006/relationships/customXml" Target="../ink/ink150.xml"/><Relationship Id="rId60" Type="http://schemas.openxmlformats.org/officeDocument/2006/relationships/customXml" Target="../ink/ink30.xml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56" Type="http://schemas.openxmlformats.org/officeDocument/2006/relationships/customXml" Target="../ink/ink78.xml"/><Relationship Id="rId177" Type="http://schemas.openxmlformats.org/officeDocument/2006/relationships/image" Target="../media/image89.png"/><Relationship Id="rId198" Type="http://schemas.openxmlformats.org/officeDocument/2006/relationships/customXml" Target="../ink/ink99.xml"/><Relationship Id="rId321" Type="http://schemas.openxmlformats.org/officeDocument/2006/relationships/image" Target="../media/image161.png"/><Relationship Id="rId342" Type="http://schemas.openxmlformats.org/officeDocument/2006/relationships/customXml" Target="../ink/ink171.xml"/><Relationship Id="rId202" Type="http://schemas.openxmlformats.org/officeDocument/2006/relationships/customXml" Target="../ink/ink101.xml"/><Relationship Id="rId223" Type="http://schemas.openxmlformats.org/officeDocument/2006/relationships/image" Target="../media/image112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265" Type="http://schemas.openxmlformats.org/officeDocument/2006/relationships/image" Target="../media/image133.png"/><Relationship Id="rId286" Type="http://schemas.openxmlformats.org/officeDocument/2006/relationships/customXml" Target="../ink/ink143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3.png"/><Relationship Id="rId146" Type="http://schemas.openxmlformats.org/officeDocument/2006/relationships/customXml" Target="../ink/ink73.xml"/><Relationship Id="rId167" Type="http://schemas.openxmlformats.org/officeDocument/2006/relationships/image" Target="../media/image84.png"/><Relationship Id="rId188" Type="http://schemas.openxmlformats.org/officeDocument/2006/relationships/customXml" Target="../ink/ink94.xml"/><Relationship Id="rId311" Type="http://schemas.openxmlformats.org/officeDocument/2006/relationships/image" Target="../media/image156.png"/><Relationship Id="rId332" Type="http://schemas.openxmlformats.org/officeDocument/2006/relationships/customXml" Target="../ink/ink166.xml"/><Relationship Id="rId353" Type="http://schemas.openxmlformats.org/officeDocument/2006/relationships/image" Target="../media/image177.png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55" Type="http://schemas.openxmlformats.org/officeDocument/2006/relationships/image" Target="../media/image128.png"/><Relationship Id="rId276" Type="http://schemas.openxmlformats.org/officeDocument/2006/relationships/customXml" Target="../ink/ink138.xml"/><Relationship Id="rId297" Type="http://schemas.openxmlformats.org/officeDocument/2006/relationships/image" Target="../media/image149.png"/><Relationship Id="rId40" Type="http://schemas.openxmlformats.org/officeDocument/2006/relationships/customXml" Target="../ink/ink20.xml"/><Relationship Id="rId115" Type="http://schemas.openxmlformats.org/officeDocument/2006/relationships/image" Target="../media/image58.png"/><Relationship Id="rId136" Type="http://schemas.openxmlformats.org/officeDocument/2006/relationships/customXml" Target="../ink/ink68.xml"/><Relationship Id="rId157" Type="http://schemas.openxmlformats.org/officeDocument/2006/relationships/image" Target="../media/image79.png"/><Relationship Id="rId178" Type="http://schemas.openxmlformats.org/officeDocument/2006/relationships/customXml" Target="../ink/ink89.xml"/><Relationship Id="rId301" Type="http://schemas.openxmlformats.org/officeDocument/2006/relationships/image" Target="../media/image151.png"/><Relationship Id="rId322" Type="http://schemas.openxmlformats.org/officeDocument/2006/relationships/customXml" Target="../ink/ink161.xml"/><Relationship Id="rId343" Type="http://schemas.openxmlformats.org/officeDocument/2006/relationships/image" Target="../media/image172.png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245" Type="http://schemas.openxmlformats.org/officeDocument/2006/relationships/image" Target="../media/image123.png"/><Relationship Id="rId266" Type="http://schemas.openxmlformats.org/officeDocument/2006/relationships/customXml" Target="../ink/ink133.xml"/><Relationship Id="rId287" Type="http://schemas.openxmlformats.org/officeDocument/2006/relationships/image" Target="../media/image144.png"/><Relationship Id="rId30" Type="http://schemas.openxmlformats.org/officeDocument/2006/relationships/customXml" Target="../ink/ink15.xml"/><Relationship Id="rId105" Type="http://schemas.openxmlformats.org/officeDocument/2006/relationships/image" Target="../media/image53.png"/><Relationship Id="rId126" Type="http://schemas.openxmlformats.org/officeDocument/2006/relationships/customXml" Target="../ink/ink63.xml"/><Relationship Id="rId147" Type="http://schemas.openxmlformats.org/officeDocument/2006/relationships/image" Target="../media/image74.png"/><Relationship Id="rId168" Type="http://schemas.openxmlformats.org/officeDocument/2006/relationships/customXml" Target="../ink/ink84.xml"/><Relationship Id="rId312" Type="http://schemas.openxmlformats.org/officeDocument/2006/relationships/customXml" Target="../ink/ink156.xml"/><Relationship Id="rId333" Type="http://schemas.openxmlformats.org/officeDocument/2006/relationships/image" Target="../media/image167.png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" Type="http://schemas.openxmlformats.org/officeDocument/2006/relationships/image" Target="../media/image2.png"/><Relationship Id="rId214" Type="http://schemas.openxmlformats.org/officeDocument/2006/relationships/customXml" Target="../ink/ink107.xml"/><Relationship Id="rId235" Type="http://schemas.openxmlformats.org/officeDocument/2006/relationships/image" Target="../media/image118.png"/><Relationship Id="rId256" Type="http://schemas.openxmlformats.org/officeDocument/2006/relationships/customXml" Target="../ink/ink128.xml"/><Relationship Id="rId277" Type="http://schemas.openxmlformats.org/officeDocument/2006/relationships/image" Target="../media/image139.png"/><Relationship Id="rId298" Type="http://schemas.openxmlformats.org/officeDocument/2006/relationships/customXml" Target="../ink/ink149.xml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158" Type="http://schemas.openxmlformats.org/officeDocument/2006/relationships/customXml" Target="../ink/ink79.xml"/><Relationship Id="rId302" Type="http://schemas.openxmlformats.org/officeDocument/2006/relationships/customXml" Target="../ink/ink151.xml"/><Relationship Id="rId323" Type="http://schemas.openxmlformats.org/officeDocument/2006/relationships/image" Target="../media/image162.png"/><Relationship Id="rId344" Type="http://schemas.openxmlformats.org/officeDocument/2006/relationships/customXml" Target="../ink/ink172.xml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3.png"/><Relationship Id="rId246" Type="http://schemas.openxmlformats.org/officeDocument/2006/relationships/customXml" Target="../ink/ink123.xml"/><Relationship Id="rId267" Type="http://schemas.openxmlformats.org/officeDocument/2006/relationships/image" Target="../media/image134.png"/><Relationship Id="rId288" Type="http://schemas.openxmlformats.org/officeDocument/2006/relationships/customXml" Target="../ink/ink144.xml"/><Relationship Id="rId106" Type="http://schemas.openxmlformats.org/officeDocument/2006/relationships/customXml" Target="../ink/ink53.xml"/><Relationship Id="rId127" Type="http://schemas.openxmlformats.org/officeDocument/2006/relationships/image" Target="../media/image64.png"/><Relationship Id="rId313" Type="http://schemas.openxmlformats.org/officeDocument/2006/relationships/image" Target="../media/image157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5.png"/><Relationship Id="rId334" Type="http://schemas.openxmlformats.org/officeDocument/2006/relationships/customXml" Target="../ink/ink167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8.png"/><Relationship Id="rId236" Type="http://schemas.openxmlformats.org/officeDocument/2006/relationships/customXml" Target="../ink/ink118.xml"/><Relationship Id="rId257" Type="http://schemas.openxmlformats.org/officeDocument/2006/relationships/image" Target="../media/image129.png"/><Relationship Id="rId278" Type="http://schemas.openxmlformats.org/officeDocument/2006/relationships/customXml" Target="../ink/ink139.xml"/><Relationship Id="rId303" Type="http://schemas.openxmlformats.org/officeDocument/2006/relationships/image" Target="../media/image152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3.png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47" Type="http://schemas.openxmlformats.org/officeDocument/2006/relationships/image" Target="../media/image124.png"/><Relationship Id="rId107" Type="http://schemas.openxmlformats.org/officeDocument/2006/relationships/image" Target="../media/image54.png"/><Relationship Id="rId289" Type="http://schemas.openxmlformats.org/officeDocument/2006/relationships/image" Target="../media/image145.png"/><Relationship Id="rId11" Type="http://schemas.openxmlformats.org/officeDocument/2006/relationships/image" Target="../media/image6.png"/><Relationship Id="rId53" Type="http://schemas.openxmlformats.org/officeDocument/2006/relationships/image" Target="../media/image27.png"/><Relationship Id="rId149" Type="http://schemas.openxmlformats.org/officeDocument/2006/relationships/image" Target="../media/image75.png"/><Relationship Id="rId314" Type="http://schemas.openxmlformats.org/officeDocument/2006/relationships/customXml" Target="../ink/ink157.xml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3.png"/><Relationship Id="rId171" Type="http://schemas.openxmlformats.org/officeDocument/2006/relationships/image" Target="../media/image86.png"/><Relationship Id="rId227" Type="http://schemas.openxmlformats.org/officeDocument/2006/relationships/image" Target="../media/image114.png"/><Relationship Id="rId269" Type="http://schemas.openxmlformats.org/officeDocument/2006/relationships/image" Target="../media/image135.png"/><Relationship Id="rId33" Type="http://schemas.openxmlformats.org/officeDocument/2006/relationships/image" Target="../media/image17.png"/><Relationship Id="rId129" Type="http://schemas.openxmlformats.org/officeDocument/2006/relationships/image" Target="../media/image65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75" Type="http://schemas.openxmlformats.org/officeDocument/2006/relationships/image" Target="../media/image38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91" Type="http://schemas.openxmlformats.org/officeDocument/2006/relationships/image" Target="../media/image146.png"/><Relationship Id="rId305" Type="http://schemas.openxmlformats.org/officeDocument/2006/relationships/image" Target="../media/image153.png"/><Relationship Id="rId347" Type="http://schemas.openxmlformats.org/officeDocument/2006/relationships/image" Target="../media/image174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6.png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49" Type="http://schemas.openxmlformats.org/officeDocument/2006/relationships/image" Target="../media/image125.png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5" Type="http://schemas.openxmlformats.org/officeDocument/2006/relationships/image" Target="../media/image28.png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271" Type="http://schemas.openxmlformats.org/officeDocument/2006/relationships/image" Target="../media/image136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6.png"/><Relationship Id="rId327" Type="http://schemas.openxmlformats.org/officeDocument/2006/relationships/image" Target="../media/image164.png"/><Relationship Id="rId173" Type="http://schemas.openxmlformats.org/officeDocument/2006/relationships/image" Target="../media/image87.png"/><Relationship Id="rId229" Type="http://schemas.openxmlformats.org/officeDocument/2006/relationships/image" Target="../media/image115.png"/><Relationship Id="rId240" Type="http://schemas.openxmlformats.org/officeDocument/2006/relationships/customXml" Target="../ink/ink120.xml"/><Relationship Id="rId35" Type="http://schemas.openxmlformats.org/officeDocument/2006/relationships/image" Target="../media/image18.png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2950D9A-4705-4314-961A-4F88B2CE4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A66BD0-13E1-F483-9575-7B5EA9F6E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899" y="2355112"/>
            <a:ext cx="6933112" cy="3237615"/>
          </a:xfrm>
        </p:spPr>
        <p:txBody>
          <a:bodyPr>
            <a:normAutofit/>
          </a:bodyPr>
          <a:lstStyle/>
          <a:p>
            <a:pPr algn="l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84D67-F9CB-1516-0522-2C7930D1C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4899" y="1265273"/>
            <a:ext cx="5916873" cy="1066522"/>
          </a:xfrm>
        </p:spPr>
        <p:txBody>
          <a:bodyPr>
            <a:normAutofit/>
          </a:bodyPr>
          <a:lstStyle/>
          <a:p>
            <a:pPr algn="l"/>
            <a:endParaRPr lang="en-IN"/>
          </a:p>
        </p:txBody>
      </p:sp>
      <p:pic>
        <p:nvPicPr>
          <p:cNvPr id="27" name="Picture 26" descr="Full frame shot of wall with worn-out sky blue paint">
            <a:extLst>
              <a:ext uri="{FF2B5EF4-FFF2-40B4-BE49-F238E27FC236}">
                <a16:creationId xmlns:a16="http://schemas.microsoft.com/office/drawing/2014/main" id="{039750FD-5C7F-38E8-FEBE-C90BEE82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529" r="17139" b="2"/>
          <a:stretch>
            <a:fillRect/>
          </a:stretch>
        </p:blipFill>
        <p:spPr>
          <a:xfrm>
            <a:off x="8658226" y="-4762"/>
            <a:ext cx="3541857" cy="6886079"/>
          </a:xfrm>
          <a:custGeom>
            <a:avLst/>
            <a:gdLst/>
            <a:ahLst/>
            <a:cxnLst/>
            <a:rect l="l" t="t" r="r" b="b"/>
            <a:pathLst>
              <a:path w="3541857" h="6886079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878186" y="1"/>
            <a:ext cx="345294" cy="688131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E10AC2-20ED-4628-9A8E-14F8437B5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794205" y="-4764"/>
            <a:ext cx="5397796" cy="104143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426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1D8699-067D-4768-9F87-3E302B379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68C05-6829-E5C1-82CB-DCDFCBAD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2" y="584791"/>
            <a:ext cx="9932896" cy="1148665"/>
          </a:xfrm>
        </p:spPr>
        <p:txBody>
          <a:bodyPr>
            <a:normAutofit/>
          </a:bodyPr>
          <a:lstStyle/>
          <a:p>
            <a:r>
              <a:rPr lang="en-US" dirty="0"/>
              <a:t>Strategy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A66062-E0FE-4EE7-9840-EC05B87A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9745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313983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950BAB-F521-4A52-A263-D10578977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85530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087726-EFA7-48B6-8527-80902BB55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14436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972B62-9819-493C-A305-2C04A2D43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6D1B4F-715C-0CA1-B3CE-0BF27B58B629}"/>
                  </a:ext>
                </a:extLst>
              </p14:cNvPr>
              <p14:cNvContentPartPr/>
              <p14:nvPr/>
            </p14:nvContentPartPr>
            <p14:xfrm>
              <a:off x="4779000" y="1525320"/>
              <a:ext cx="6840" cy="29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6D1B4F-715C-0CA1-B3CE-0BF27B58B6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4680" y="1521000"/>
                <a:ext cx="154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A7AC51-35EE-C651-1E81-F75BC6EA8ACD}"/>
                  </a:ext>
                </a:extLst>
              </p14:cNvPr>
              <p14:cNvContentPartPr/>
              <p14:nvPr/>
            </p14:nvContentPartPr>
            <p14:xfrm>
              <a:off x="1171800" y="2341800"/>
              <a:ext cx="47520" cy="325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A7AC51-35EE-C651-1E81-F75BC6EA8A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7480" y="2337480"/>
                <a:ext cx="5616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0180CF4-0D50-50AF-7FF4-C98F69298738}"/>
                  </a:ext>
                </a:extLst>
              </p14:cNvPr>
              <p14:cNvContentPartPr/>
              <p14:nvPr/>
            </p14:nvContentPartPr>
            <p14:xfrm>
              <a:off x="1138320" y="2295720"/>
              <a:ext cx="233640" cy="41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0180CF4-0D50-50AF-7FF4-C98F692987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4000" y="2291400"/>
                <a:ext cx="2422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38475D1-F14C-7223-8DE3-44A4AD72BCBD}"/>
                  </a:ext>
                </a:extLst>
              </p14:cNvPr>
              <p14:cNvContentPartPr/>
              <p14:nvPr/>
            </p14:nvContentPartPr>
            <p14:xfrm>
              <a:off x="1127520" y="2499840"/>
              <a:ext cx="155520" cy="39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38475D1-F14C-7223-8DE3-44A4AD72BC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3200" y="2495520"/>
                <a:ext cx="1641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442C617-DB38-5B9E-DF83-1C606C0CD918}"/>
                  </a:ext>
                </a:extLst>
              </p14:cNvPr>
              <p14:cNvContentPartPr/>
              <p14:nvPr/>
            </p14:nvContentPartPr>
            <p14:xfrm>
              <a:off x="1300680" y="2280240"/>
              <a:ext cx="820080" cy="371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442C617-DB38-5B9E-DF83-1C606C0CD9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96360" y="2275920"/>
                <a:ext cx="82872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9F3EB85-3182-9639-04D0-5458BEF51C61}"/>
                  </a:ext>
                </a:extLst>
              </p14:cNvPr>
              <p14:cNvContentPartPr/>
              <p14:nvPr/>
            </p14:nvContentPartPr>
            <p14:xfrm>
              <a:off x="1511280" y="2404440"/>
              <a:ext cx="172080" cy="18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9F3EB85-3182-9639-04D0-5458BEF51C6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06960" y="2400120"/>
                <a:ext cx="1807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2AEFF1B-2F0B-36D2-EF06-1F48709D7F5B}"/>
                  </a:ext>
                </a:extLst>
              </p14:cNvPr>
              <p14:cNvContentPartPr/>
              <p14:nvPr/>
            </p14:nvContentPartPr>
            <p14:xfrm>
              <a:off x="2190240" y="2427840"/>
              <a:ext cx="278280" cy="211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2AEFF1B-2F0B-36D2-EF06-1F48709D7F5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85920" y="2423520"/>
                <a:ext cx="2869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A513F43-4432-9234-7655-2EDC9913E513}"/>
                  </a:ext>
                </a:extLst>
              </p14:cNvPr>
              <p14:cNvContentPartPr/>
              <p14:nvPr/>
            </p14:nvContentPartPr>
            <p14:xfrm>
              <a:off x="2670480" y="2313000"/>
              <a:ext cx="644040" cy="284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A513F43-4432-9234-7655-2EDC9913E5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66160" y="2308680"/>
                <a:ext cx="6526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CA48A37-95C6-2A68-5B75-3221E48687F1}"/>
                  </a:ext>
                </a:extLst>
              </p14:cNvPr>
              <p14:cNvContentPartPr/>
              <p14:nvPr/>
            </p14:nvContentPartPr>
            <p14:xfrm>
              <a:off x="3422880" y="2369160"/>
              <a:ext cx="127080" cy="147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CA48A37-95C6-2A68-5B75-3221E48687F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18560" y="2364840"/>
                <a:ext cx="13572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3D841B7-427F-8966-4B2F-B61AC454EA7F}"/>
                  </a:ext>
                </a:extLst>
              </p14:cNvPr>
              <p14:cNvContentPartPr/>
              <p14:nvPr/>
            </p14:nvContentPartPr>
            <p14:xfrm>
              <a:off x="3606840" y="2201400"/>
              <a:ext cx="438120" cy="327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3D841B7-427F-8966-4B2F-B61AC454EA7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602520" y="2197080"/>
                <a:ext cx="44676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1ABF059-A68F-66FD-51A7-643DB7FCE67B}"/>
                  </a:ext>
                </a:extLst>
              </p14:cNvPr>
              <p14:cNvContentPartPr/>
              <p14:nvPr/>
            </p14:nvContentPartPr>
            <p14:xfrm>
              <a:off x="1244520" y="2673000"/>
              <a:ext cx="2672280" cy="3106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1ABF059-A68F-66FD-51A7-643DB7FCE67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40200" y="2668680"/>
                <a:ext cx="2680920" cy="31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449A15B8-6CEF-5C99-CB32-88694D767465}"/>
              </a:ext>
            </a:extLst>
          </p:cNvPr>
          <p:cNvGrpSpPr/>
          <p:nvPr/>
        </p:nvGrpSpPr>
        <p:grpSpPr>
          <a:xfrm>
            <a:off x="5102640" y="1613880"/>
            <a:ext cx="4744080" cy="2451960"/>
            <a:chOff x="5102640" y="1613880"/>
            <a:chExt cx="4744080" cy="245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6BF4D4F-7BC7-7B30-B537-C12DB06F520B}"/>
                    </a:ext>
                  </a:extLst>
                </p14:cNvPr>
                <p14:cNvContentPartPr/>
                <p14:nvPr/>
              </p14:nvContentPartPr>
              <p14:xfrm>
                <a:off x="5582160" y="1977120"/>
                <a:ext cx="1164240" cy="1962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6BF4D4F-7BC7-7B30-B537-C12DB06F520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77840" y="1972800"/>
                  <a:ext cx="1172880" cy="19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FF14363-6D81-714C-AAE5-9EB5DD4E7B55}"/>
                    </a:ext>
                  </a:extLst>
                </p14:cNvPr>
                <p14:cNvContentPartPr/>
                <p14:nvPr/>
              </p14:nvContentPartPr>
              <p14:xfrm>
                <a:off x="6748200" y="2001600"/>
                <a:ext cx="1703520" cy="2064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FF14363-6D81-714C-AAE5-9EB5DD4E7B5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43880" y="1997280"/>
                  <a:ext cx="1712160" cy="20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AC911F-A9B5-F00B-08E6-CB1C92603809}"/>
                    </a:ext>
                  </a:extLst>
                </p14:cNvPr>
                <p14:cNvContentPartPr/>
                <p14:nvPr/>
              </p14:nvContentPartPr>
              <p14:xfrm>
                <a:off x="5102640" y="3008880"/>
                <a:ext cx="4579920" cy="241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AC911F-A9B5-F00B-08E6-CB1C9260380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8320" y="3004560"/>
                  <a:ext cx="4588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3C37BC-1DF6-DBA7-E6F4-C9089B5941D5}"/>
                    </a:ext>
                  </a:extLst>
                </p14:cNvPr>
                <p14:cNvContentPartPr/>
                <p14:nvPr/>
              </p14:nvContentPartPr>
              <p14:xfrm>
                <a:off x="6725520" y="1797840"/>
                <a:ext cx="140400" cy="1942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3C37BC-1DF6-DBA7-E6F4-C9089B5941D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21200" y="1793520"/>
                  <a:ext cx="149040" cy="19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AB1D021-48A7-D531-5179-D57EC72D3839}"/>
                    </a:ext>
                  </a:extLst>
                </p14:cNvPr>
                <p14:cNvContentPartPr/>
                <p14:nvPr/>
              </p14:nvContentPartPr>
              <p14:xfrm>
                <a:off x="6864480" y="1613880"/>
                <a:ext cx="161280" cy="267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AB1D021-48A7-D531-5179-D57EC72D383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60160" y="1609560"/>
                  <a:ext cx="169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296FB97-E706-8E7E-D710-D584C04AA545}"/>
                    </a:ext>
                  </a:extLst>
                </p14:cNvPr>
                <p14:cNvContentPartPr/>
                <p14:nvPr/>
              </p14:nvContentPartPr>
              <p14:xfrm>
                <a:off x="7034760" y="1686240"/>
                <a:ext cx="157320" cy="242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296FB97-E706-8E7E-D710-D584C04AA5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30440" y="1681920"/>
                  <a:ext cx="165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D502E76-8456-2106-56AB-F79C93818AF9}"/>
                    </a:ext>
                  </a:extLst>
                </p14:cNvPr>
                <p14:cNvContentPartPr/>
                <p14:nvPr/>
              </p14:nvContentPartPr>
              <p14:xfrm>
                <a:off x="7121880" y="1692720"/>
                <a:ext cx="102240" cy="34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D502E76-8456-2106-56AB-F79C93818AF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17560" y="1688400"/>
                  <a:ext cx="110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041E86C-7C5A-5812-951E-440F069F1311}"/>
                    </a:ext>
                  </a:extLst>
                </p14:cNvPr>
                <p14:cNvContentPartPr/>
                <p14:nvPr/>
              </p14:nvContentPartPr>
              <p14:xfrm>
                <a:off x="7257600" y="1946160"/>
                <a:ext cx="47880" cy="146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041E86C-7C5A-5812-951E-440F069F131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53280" y="1941840"/>
                  <a:ext cx="56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4BB547-E3CE-FE39-0643-8C625C16BC5A}"/>
                    </a:ext>
                  </a:extLst>
                </p14:cNvPr>
                <p14:cNvContentPartPr/>
                <p14:nvPr/>
              </p14:nvContentPartPr>
              <p14:xfrm>
                <a:off x="7378200" y="1694160"/>
                <a:ext cx="206280" cy="258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4BB547-E3CE-FE39-0643-8C625C16BC5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73880" y="1689840"/>
                  <a:ext cx="2149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3FA52FE-A46B-6F3E-FD80-10CFAE3B4CDE}"/>
                    </a:ext>
                  </a:extLst>
                </p14:cNvPr>
                <p14:cNvContentPartPr/>
                <p14:nvPr/>
              </p14:nvContentPartPr>
              <p14:xfrm>
                <a:off x="7631640" y="1735200"/>
                <a:ext cx="190440" cy="144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3FA52FE-A46B-6F3E-FD80-10CFAE3B4C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27320" y="1730880"/>
                  <a:ext cx="199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698531D-BA0E-2DDB-6C30-DE31049935D4}"/>
                    </a:ext>
                  </a:extLst>
                </p14:cNvPr>
                <p14:cNvContentPartPr/>
                <p14:nvPr/>
              </p14:nvContentPartPr>
              <p14:xfrm>
                <a:off x="7885080" y="1628640"/>
                <a:ext cx="231840" cy="242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698531D-BA0E-2DDB-6C30-DE31049935D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80760" y="1624320"/>
                  <a:ext cx="240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26D281B-398B-A4A6-E129-7AC2385C2575}"/>
                    </a:ext>
                  </a:extLst>
                </p14:cNvPr>
                <p14:cNvContentPartPr/>
                <p14:nvPr/>
              </p14:nvContentPartPr>
              <p14:xfrm>
                <a:off x="8443440" y="1656000"/>
                <a:ext cx="176040" cy="227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26D281B-398B-A4A6-E129-7AC2385C257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39120" y="1651680"/>
                  <a:ext cx="1846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7689AFE-1966-409B-AB4B-31868CDE123D}"/>
                    </a:ext>
                  </a:extLst>
                </p14:cNvPr>
                <p14:cNvContentPartPr/>
                <p14:nvPr/>
              </p14:nvContentPartPr>
              <p14:xfrm>
                <a:off x="8595360" y="1631160"/>
                <a:ext cx="609120" cy="311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7689AFE-1966-409B-AB4B-31868CDE123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91040" y="1626840"/>
                  <a:ext cx="6177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C58A35F-BBAB-6B11-BB47-D683D91C43A9}"/>
                    </a:ext>
                  </a:extLst>
                </p14:cNvPr>
                <p14:cNvContentPartPr/>
                <p14:nvPr/>
              </p14:nvContentPartPr>
              <p14:xfrm>
                <a:off x="8459280" y="1982520"/>
                <a:ext cx="754920" cy="136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C58A35F-BBAB-6B11-BB47-D683D91C43A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54960" y="1978200"/>
                  <a:ext cx="763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A3EBB6-870A-E553-BA78-D8FFB09EE231}"/>
                    </a:ext>
                  </a:extLst>
                </p14:cNvPr>
                <p14:cNvContentPartPr/>
                <p14:nvPr/>
              </p14:nvContentPartPr>
              <p14:xfrm>
                <a:off x="8637120" y="2041920"/>
                <a:ext cx="571680" cy="132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A3EBB6-870A-E553-BA78-D8FFB09EE2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32800" y="2037600"/>
                  <a:ext cx="580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FD931E8-7425-AE3B-A304-1FD806F6E97D}"/>
                    </a:ext>
                  </a:extLst>
                </p14:cNvPr>
                <p14:cNvContentPartPr/>
                <p14:nvPr/>
              </p14:nvContentPartPr>
              <p14:xfrm>
                <a:off x="7579080" y="2316960"/>
                <a:ext cx="360720" cy="311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FD931E8-7425-AE3B-A304-1FD806F6E9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574760" y="2312640"/>
                  <a:ext cx="3693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763FCF2-79C1-A8EF-DFAE-1B7034AE5FBC}"/>
                    </a:ext>
                  </a:extLst>
                </p14:cNvPr>
                <p14:cNvContentPartPr/>
                <p14:nvPr/>
              </p14:nvContentPartPr>
              <p14:xfrm>
                <a:off x="7975440" y="2538360"/>
                <a:ext cx="186120" cy="256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763FCF2-79C1-A8EF-DFAE-1B7034AE5F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71120" y="2534040"/>
                  <a:ext cx="194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5F45E72-C11C-B582-DCB7-09A831B1A38A}"/>
                    </a:ext>
                  </a:extLst>
                </p14:cNvPr>
                <p14:cNvContentPartPr/>
                <p14:nvPr/>
              </p14:nvContentPartPr>
              <p14:xfrm>
                <a:off x="8170920" y="2640600"/>
                <a:ext cx="372240" cy="534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5F45E72-C11C-B582-DCB7-09A831B1A38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66600" y="2636280"/>
                  <a:ext cx="38088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1763DB7-1810-BC2E-7CB2-15ACBED40722}"/>
                    </a:ext>
                  </a:extLst>
                </p14:cNvPr>
                <p14:cNvContentPartPr/>
                <p14:nvPr/>
              </p14:nvContentPartPr>
              <p14:xfrm>
                <a:off x="8724960" y="2671920"/>
                <a:ext cx="53280" cy="277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1763DB7-1810-BC2E-7CB2-15ACBED4072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20640" y="2667600"/>
                  <a:ext cx="619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294FFFE-B5EB-A31A-DDB2-2E40C12499FA}"/>
                    </a:ext>
                  </a:extLst>
                </p14:cNvPr>
                <p14:cNvContentPartPr/>
                <p14:nvPr/>
              </p14:nvContentPartPr>
              <p14:xfrm>
                <a:off x="8728200" y="2591640"/>
                <a:ext cx="105840" cy="60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294FFFE-B5EB-A31A-DDB2-2E40C12499F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23880" y="2587320"/>
                  <a:ext cx="114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8FF52AB-9A83-25B5-CF39-C803D55EB6ED}"/>
                    </a:ext>
                  </a:extLst>
                </p14:cNvPr>
                <p14:cNvContentPartPr/>
                <p14:nvPr/>
              </p14:nvContentPartPr>
              <p14:xfrm>
                <a:off x="8730720" y="2722680"/>
                <a:ext cx="195840" cy="42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8FF52AB-9A83-25B5-CF39-C803D55EB6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26400" y="2718360"/>
                  <a:ext cx="2044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C844EAB-BB35-DD52-4D06-B1C8557AC377}"/>
                    </a:ext>
                  </a:extLst>
                </p14:cNvPr>
                <p14:cNvContentPartPr/>
                <p14:nvPr/>
              </p14:nvContentPartPr>
              <p14:xfrm>
                <a:off x="8899920" y="2534400"/>
                <a:ext cx="946800" cy="332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C844EAB-BB35-DD52-4D06-B1C8557AC37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95600" y="2530080"/>
                  <a:ext cx="9554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6B5BCE9-1878-9ABF-8D1F-871BADEDB0B0}"/>
                    </a:ext>
                  </a:extLst>
                </p14:cNvPr>
                <p14:cNvContentPartPr/>
                <p14:nvPr/>
              </p14:nvContentPartPr>
              <p14:xfrm>
                <a:off x="9111240" y="2494800"/>
                <a:ext cx="419040" cy="86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6B5BCE9-1878-9ABF-8D1F-871BADEDB0B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06920" y="2490480"/>
                  <a:ext cx="427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7889F84-A2F9-0043-7DE9-5EEB2CF48BFB}"/>
                    </a:ext>
                  </a:extLst>
                </p14:cNvPr>
                <p14:cNvContentPartPr/>
                <p14:nvPr/>
              </p14:nvContentPartPr>
              <p14:xfrm>
                <a:off x="6264360" y="2814120"/>
                <a:ext cx="4320" cy="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7889F84-A2F9-0043-7DE9-5EEB2CF48BF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60040" y="2809800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D31A217-BC65-1402-875C-D74CA98E4B0A}"/>
                    </a:ext>
                  </a:extLst>
                </p14:cNvPr>
                <p14:cNvContentPartPr/>
                <p14:nvPr/>
              </p14:nvContentPartPr>
              <p14:xfrm>
                <a:off x="6268680" y="2774520"/>
                <a:ext cx="42480" cy="771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D31A217-BC65-1402-875C-D74CA98E4B0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64360" y="2770200"/>
                  <a:ext cx="51120" cy="78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5FE9147-8254-F8A8-D6FF-7F6D8090E6CA}"/>
                    </a:ext>
                  </a:extLst>
                </p14:cNvPr>
                <p14:cNvContentPartPr/>
                <p14:nvPr/>
              </p14:nvContentPartPr>
              <p14:xfrm>
                <a:off x="5853960" y="2888280"/>
                <a:ext cx="360000" cy="89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5FE9147-8254-F8A8-D6FF-7F6D8090E6C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49640" y="2883960"/>
                  <a:ext cx="368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9FBE0D2-B48D-7FEE-E540-076651AB2C11}"/>
                    </a:ext>
                  </a:extLst>
                </p14:cNvPr>
                <p14:cNvContentPartPr/>
                <p14:nvPr/>
              </p14:nvContentPartPr>
              <p14:xfrm>
                <a:off x="5891400" y="2436120"/>
                <a:ext cx="195120" cy="215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9FBE0D2-B48D-7FEE-E540-076651AB2C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87080" y="2431800"/>
                  <a:ext cx="2037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2AB2BF-AB6A-C0E1-0C6E-7E5ECD972453}"/>
                    </a:ext>
                  </a:extLst>
                </p14:cNvPr>
                <p14:cNvContentPartPr/>
                <p14:nvPr/>
              </p14:nvContentPartPr>
              <p14:xfrm>
                <a:off x="6070680" y="2437920"/>
                <a:ext cx="111600" cy="284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2AB2BF-AB6A-C0E1-0C6E-7E5ECD9724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6360" y="2433600"/>
                  <a:ext cx="1202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D47B639-E1FD-982B-673C-F81FCB4D29C7}"/>
                    </a:ext>
                  </a:extLst>
                </p14:cNvPr>
                <p14:cNvContentPartPr/>
                <p14:nvPr/>
              </p14:nvContentPartPr>
              <p14:xfrm>
                <a:off x="6238080" y="2610720"/>
                <a:ext cx="360" cy="111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D47B639-E1FD-982B-673C-F81FCB4D29C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33400" y="2606400"/>
                  <a:ext cx="9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4FA5D79-80F6-99BB-416F-32A74A1D4AC6}"/>
                    </a:ext>
                  </a:extLst>
                </p14:cNvPr>
                <p14:cNvContentPartPr/>
                <p14:nvPr/>
              </p14:nvContentPartPr>
              <p14:xfrm>
                <a:off x="6236280" y="2469960"/>
                <a:ext cx="91800" cy="152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4FA5D79-80F6-99BB-416F-32A74A1D4AC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31960" y="2465640"/>
                  <a:ext cx="100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309E5FE-1404-D2D9-B173-E87CB3529A24}"/>
                    </a:ext>
                  </a:extLst>
                </p14:cNvPr>
                <p14:cNvContentPartPr/>
                <p14:nvPr/>
              </p14:nvContentPartPr>
              <p14:xfrm>
                <a:off x="6339240" y="2490480"/>
                <a:ext cx="134280" cy="159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309E5FE-1404-D2D9-B173-E87CB3529A2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34920" y="2486160"/>
                  <a:ext cx="142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8508E6D-0769-F225-BD51-1345477A9E8B}"/>
                    </a:ext>
                  </a:extLst>
                </p14:cNvPr>
                <p14:cNvContentPartPr/>
                <p14:nvPr/>
              </p14:nvContentPartPr>
              <p14:xfrm>
                <a:off x="6476040" y="2489040"/>
                <a:ext cx="138600" cy="131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8508E6D-0769-F225-BD51-1345477A9E8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71720" y="2484720"/>
                  <a:ext cx="1472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A2038D0-A6AE-7EA8-B918-D35D50ECBAF9}"/>
                    </a:ext>
                  </a:extLst>
                </p14:cNvPr>
                <p14:cNvContentPartPr/>
                <p14:nvPr/>
              </p14:nvContentPartPr>
              <p14:xfrm>
                <a:off x="5698440" y="2376000"/>
                <a:ext cx="1122840" cy="439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A2038D0-A6AE-7EA8-B918-D35D50ECBAF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94120" y="2371680"/>
                  <a:ext cx="1131480" cy="44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1948A5D-BD8B-358F-9F2D-F8A7B90BC912}"/>
              </a:ext>
            </a:extLst>
          </p:cNvPr>
          <p:cNvGrpSpPr/>
          <p:nvPr/>
        </p:nvGrpSpPr>
        <p:grpSpPr>
          <a:xfrm>
            <a:off x="9216216" y="3536496"/>
            <a:ext cx="2817720" cy="476280"/>
            <a:chOff x="9216216" y="3536496"/>
            <a:chExt cx="281772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3226617-CB12-D090-096B-688E5D09E042}"/>
                    </a:ext>
                  </a:extLst>
                </p14:cNvPr>
                <p14:cNvContentPartPr/>
                <p14:nvPr/>
              </p14:nvContentPartPr>
              <p14:xfrm>
                <a:off x="9308376" y="3536496"/>
                <a:ext cx="19800" cy="231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3226617-CB12-D090-096B-688E5D09E04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02256" y="3530376"/>
                  <a:ext cx="32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1401E0B-8FBF-1958-BF61-08BD98E8C51B}"/>
                    </a:ext>
                  </a:extLst>
                </p14:cNvPr>
                <p14:cNvContentPartPr/>
                <p14:nvPr/>
              </p14:nvContentPartPr>
              <p14:xfrm>
                <a:off x="9241056" y="3564576"/>
                <a:ext cx="198360" cy="38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1401E0B-8FBF-1958-BF61-08BD98E8C51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234936" y="3558456"/>
                  <a:ext cx="210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3DEEBA4-95A8-C243-0F4A-A3C527EC6FA9}"/>
                    </a:ext>
                  </a:extLst>
                </p14:cNvPr>
                <p14:cNvContentPartPr/>
                <p14:nvPr/>
              </p14:nvContentPartPr>
              <p14:xfrm>
                <a:off x="9216216" y="3738096"/>
                <a:ext cx="132480" cy="35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3DEEBA4-95A8-C243-0F4A-A3C527EC6FA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210096" y="3731976"/>
                  <a:ext cx="1447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A0E724C-9044-24EF-25FE-FAD8B4B22B93}"/>
                    </a:ext>
                  </a:extLst>
                </p14:cNvPr>
                <p14:cNvContentPartPr/>
                <p14:nvPr/>
              </p14:nvContentPartPr>
              <p14:xfrm>
                <a:off x="9395496" y="3604176"/>
                <a:ext cx="142200" cy="408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A0E724C-9044-24EF-25FE-FAD8B4B22B9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89376" y="3598056"/>
                  <a:ext cx="15444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ADC7087-F03F-F3F0-C3BD-FC1F07FD1CB6}"/>
                    </a:ext>
                  </a:extLst>
                </p14:cNvPr>
                <p14:cNvContentPartPr/>
                <p14:nvPr/>
              </p14:nvContentPartPr>
              <p14:xfrm>
                <a:off x="9757656" y="3610296"/>
                <a:ext cx="19440" cy="162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ADC7087-F03F-F3F0-C3BD-FC1F07FD1CB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51536" y="3604176"/>
                  <a:ext cx="316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E6D9A96-56D3-0C52-F9E6-297547A881A0}"/>
                    </a:ext>
                  </a:extLst>
                </p14:cNvPr>
                <p14:cNvContentPartPr/>
                <p14:nvPr/>
              </p14:nvContentPartPr>
              <p14:xfrm>
                <a:off x="9724896" y="3602016"/>
                <a:ext cx="116640" cy="19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E6D9A96-56D3-0C52-F9E6-297547A881A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18776" y="3595896"/>
                  <a:ext cx="128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E93AB40-8BB4-820E-818B-653F6A5CCE8D}"/>
                    </a:ext>
                  </a:extLst>
                </p14:cNvPr>
                <p14:cNvContentPartPr/>
                <p14:nvPr/>
              </p14:nvContentPartPr>
              <p14:xfrm>
                <a:off x="9733176" y="3540816"/>
                <a:ext cx="774360" cy="318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E93AB40-8BB4-820E-818B-653F6A5CCE8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27056" y="3534696"/>
                  <a:ext cx="7866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C00CDF7-3C1D-4909-BF17-6E47D90526BC}"/>
                    </a:ext>
                  </a:extLst>
                </p14:cNvPr>
                <p14:cNvContentPartPr/>
                <p14:nvPr/>
              </p14:nvContentPartPr>
              <p14:xfrm>
                <a:off x="10625256" y="3601656"/>
                <a:ext cx="126000" cy="246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C00CDF7-3C1D-4909-BF17-6E47D90526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19136" y="3595536"/>
                  <a:ext cx="138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4EC58D9-280A-7182-E11C-A6D9657C54E2}"/>
                    </a:ext>
                  </a:extLst>
                </p14:cNvPr>
                <p14:cNvContentPartPr/>
                <p14:nvPr/>
              </p14:nvContentPartPr>
              <p14:xfrm>
                <a:off x="10672776" y="3618216"/>
                <a:ext cx="509760" cy="168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4EC58D9-280A-7182-E11C-A6D9657C54E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66656" y="3612096"/>
                  <a:ext cx="522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F206DD8-D4C2-EBB8-2531-DD696C0A4716}"/>
                    </a:ext>
                  </a:extLst>
                </p14:cNvPr>
                <p14:cNvContentPartPr/>
                <p14:nvPr/>
              </p14:nvContentPartPr>
              <p14:xfrm>
                <a:off x="11310696" y="3547656"/>
                <a:ext cx="723240" cy="223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F206DD8-D4C2-EBB8-2531-DD696C0A471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304576" y="3541536"/>
                  <a:ext cx="73548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2A9C9E4-95FC-94CB-FF12-767C954CCC08}"/>
              </a:ext>
            </a:extLst>
          </p:cNvPr>
          <p:cNvGrpSpPr/>
          <p:nvPr/>
        </p:nvGrpSpPr>
        <p:grpSpPr>
          <a:xfrm>
            <a:off x="9579096" y="4022136"/>
            <a:ext cx="2235240" cy="622080"/>
            <a:chOff x="9579096" y="4022136"/>
            <a:chExt cx="2235240" cy="62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BA481A7-455F-FD9B-D5B5-FC31603C5EAA}"/>
                    </a:ext>
                  </a:extLst>
                </p14:cNvPr>
                <p14:cNvContentPartPr/>
                <p14:nvPr/>
              </p14:nvContentPartPr>
              <p14:xfrm>
                <a:off x="10227816" y="4031856"/>
                <a:ext cx="187560" cy="117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BA481A7-455F-FD9B-D5B5-FC31603C5EA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221696" y="4025736"/>
                  <a:ext cx="199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BDD31DA-68C3-F605-B363-C6B805A4EC0E}"/>
                    </a:ext>
                  </a:extLst>
                </p14:cNvPr>
                <p14:cNvContentPartPr/>
                <p14:nvPr/>
              </p14:nvContentPartPr>
              <p14:xfrm>
                <a:off x="10428336" y="4023216"/>
                <a:ext cx="200520" cy="201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BDD31DA-68C3-F605-B363-C6B805A4EC0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22216" y="4017096"/>
                  <a:ext cx="2127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F17A8A2-1F6C-2EA7-E931-92C16C810BAF}"/>
                    </a:ext>
                  </a:extLst>
                </p14:cNvPr>
                <p14:cNvContentPartPr/>
                <p14:nvPr/>
              </p14:nvContentPartPr>
              <p14:xfrm>
                <a:off x="10670616" y="4129056"/>
                <a:ext cx="10080" cy="76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F17A8A2-1F6C-2EA7-E931-92C16C810BA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664496" y="4122936"/>
                  <a:ext cx="22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17A5BA1-2269-13D8-5D0C-9674D6FF32AC}"/>
                    </a:ext>
                  </a:extLst>
                </p14:cNvPr>
                <p14:cNvContentPartPr/>
                <p14:nvPr/>
              </p14:nvContentPartPr>
              <p14:xfrm>
                <a:off x="10771776" y="4022136"/>
                <a:ext cx="122400" cy="122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17A5BA1-2269-13D8-5D0C-9674D6FF32A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765656" y="4016016"/>
                  <a:ext cx="134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01D53E7-1187-BF71-A104-178A3DFF9EF9}"/>
                    </a:ext>
                  </a:extLst>
                </p14:cNvPr>
                <p14:cNvContentPartPr/>
                <p14:nvPr/>
              </p14:nvContentPartPr>
              <p14:xfrm>
                <a:off x="10919736" y="4045536"/>
                <a:ext cx="98280" cy="1065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01D53E7-1187-BF71-A104-178A3DFF9EF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13616" y="4039416"/>
                  <a:ext cx="110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E30E2BC-93B0-5291-0A43-3DA82DB1FB10}"/>
                    </a:ext>
                  </a:extLst>
                </p14:cNvPr>
                <p14:cNvContentPartPr/>
                <p14:nvPr/>
              </p14:nvContentPartPr>
              <p14:xfrm>
                <a:off x="11104416" y="4041936"/>
                <a:ext cx="93960" cy="82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E30E2BC-93B0-5291-0A43-3DA82DB1FB1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98296" y="4035816"/>
                  <a:ext cx="1062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A5F744C-AF86-54BC-219A-D089BE9B2BEC}"/>
                    </a:ext>
                  </a:extLst>
                </p14:cNvPr>
                <p14:cNvContentPartPr/>
                <p14:nvPr/>
              </p14:nvContentPartPr>
              <p14:xfrm>
                <a:off x="9579096" y="4328496"/>
                <a:ext cx="363600" cy="179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A5F744C-AF86-54BC-219A-D089BE9B2BE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572976" y="4322376"/>
                  <a:ext cx="3758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B1987E6-8E8B-A97A-A2A0-02C564C57401}"/>
                    </a:ext>
                  </a:extLst>
                </p14:cNvPr>
                <p14:cNvContentPartPr/>
                <p14:nvPr/>
              </p14:nvContentPartPr>
              <p14:xfrm>
                <a:off x="9985176" y="4372056"/>
                <a:ext cx="24480" cy="89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B1987E6-8E8B-A97A-A2A0-02C564C5740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79056" y="4365936"/>
                  <a:ext cx="36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01C9A26-D164-7384-ADF1-750E144464CD}"/>
                    </a:ext>
                  </a:extLst>
                </p14:cNvPr>
                <p14:cNvContentPartPr/>
                <p14:nvPr/>
              </p14:nvContentPartPr>
              <p14:xfrm>
                <a:off x="10010736" y="4279176"/>
                <a:ext cx="1800" cy="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01C9A26-D164-7384-ADF1-750E144464C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04616" y="4273056"/>
                  <a:ext cx="14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0C3D4E8-3542-63DC-4297-B0641702EB23}"/>
                    </a:ext>
                  </a:extLst>
                </p14:cNvPr>
                <p14:cNvContentPartPr/>
                <p14:nvPr/>
              </p14:nvContentPartPr>
              <p14:xfrm>
                <a:off x="10095336" y="4297536"/>
                <a:ext cx="25200" cy="206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0C3D4E8-3542-63DC-4297-B0641702EB2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89216" y="4291416"/>
                  <a:ext cx="374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BF4F044-DA99-D178-7F5A-BC967DB4F145}"/>
                    </a:ext>
                  </a:extLst>
                </p14:cNvPr>
                <p14:cNvContentPartPr/>
                <p14:nvPr/>
              </p14:nvContentPartPr>
              <p14:xfrm>
                <a:off x="10106136" y="4386096"/>
                <a:ext cx="34920" cy="12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BF4F044-DA99-D178-7F5A-BC967DB4F14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100016" y="4379976"/>
                  <a:ext cx="47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53DD8CC-22CA-67C5-B403-BA34E0BE2941}"/>
                    </a:ext>
                  </a:extLst>
                </p14:cNvPr>
                <p14:cNvContentPartPr/>
                <p14:nvPr/>
              </p14:nvContentPartPr>
              <p14:xfrm>
                <a:off x="10323936" y="4287456"/>
                <a:ext cx="111600" cy="203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53DD8CC-22CA-67C5-B403-BA34E0BE294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317816" y="4281336"/>
                  <a:ext cx="123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A8D5D37-25D7-E6B6-1169-021AF8F649D0}"/>
                    </a:ext>
                  </a:extLst>
                </p14:cNvPr>
                <p14:cNvContentPartPr/>
                <p14:nvPr/>
              </p14:nvContentPartPr>
              <p14:xfrm>
                <a:off x="10332216" y="4370616"/>
                <a:ext cx="78480" cy="15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A8D5D37-25D7-E6B6-1169-021AF8F649D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326096" y="4364496"/>
                  <a:ext cx="90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3DCD8CF-5649-5B6A-5454-F5603E00BE89}"/>
                    </a:ext>
                  </a:extLst>
                </p14:cNvPr>
                <p14:cNvContentPartPr/>
                <p14:nvPr/>
              </p14:nvContentPartPr>
              <p14:xfrm>
                <a:off x="10405656" y="4374936"/>
                <a:ext cx="449280" cy="104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3DCD8CF-5649-5B6A-5454-F5603E00BE8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399536" y="4368816"/>
                  <a:ext cx="461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55FA9D9-EBFD-A026-884C-C1773EF2FF8E}"/>
                    </a:ext>
                  </a:extLst>
                </p14:cNvPr>
                <p14:cNvContentPartPr/>
                <p14:nvPr/>
              </p14:nvContentPartPr>
              <p14:xfrm>
                <a:off x="10971936" y="4256496"/>
                <a:ext cx="766440" cy="387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55FA9D9-EBFD-A026-884C-C1773EF2FF8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965816" y="4250376"/>
                  <a:ext cx="7786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A5F6392-4DCA-3C8D-89A3-5C09C9BE8C37}"/>
                    </a:ext>
                  </a:extLst>
                </p14:cNvPr>
                <p14:cNvContentPartPr/>
                <p14:nvPr/>
              </p14:nvContentPartPr>
              <p14:xfrm>
                <a:off x="11240856" y="4309776"/>
                <a:ext cx="248760" cy="33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A5F6392-4DCA-3C8D-89A3-5C09C9BE8C3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34736" y="4303656"/>
                  <a:ext cx="261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8B228F6-ACFA-3CD3-FEA7-57F8CAA3A823}"/>
                    </a:ext>
                  </a:extLst>
                </p14:cNvPr>
                <p14:cNvContentPartPr/>
                <p14:nvPr/>
              </p14:nvContentPartPr>
              <p14:xfrm>
                <a:off x="11788776" y="4397976"/>
                <a:ext cx="25560" cy="32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8B228F6-ACFA-3CD3-FEA7-57F8CAA3A82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782656" y="4391856"/>
                  <a:ext cx="378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E0EABB0-C2F0-7255-7AB2-894F78F48391}"/>
              </a:ext>
            </a:extLst>
          </p:cNvPr>
          <p:cNvGrpSpPr/>
          <p:nvPr/>
        </p:nvGrpSpPr>
        <p:grpSpPr>
          <a:xfrm>
            <a:off x="6528456" y="4216896"/>
            <a:ext cx="1743120" cy="374400"/>
            <a:chOff x="6528456" y="4216896"/>
            <a:chExt cx="174312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F9F419E-937D-247B-E5D7-8525334986F8}"/>
                    </a:ext>
                  </a:extLst>
                </p14:cNvPr>
                <p14:cNvContentPartPr/>
                <p14:nvPr/>
              </p14:nvContentPartPr>
              <p14:xfrm>
                <a:off x="6528456" y="4280976"/>
                <a:ext cx="547920" cy="302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F9F419E-937D-247B-E5D7-8525334986F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522336" y="4274856"/>
                  <a:ext cx="5601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54F80E5-ADEF-977A-2DAD-0882417024C6}"/>
                    </a:ext>
                  </a:extLst>
                </p14:cNvPr>
                <p14:cNvContentPartPr/>
                <p14:nvPr/>
              </p14:nvContentPartPr>
              <p14:xfrm>
                <a:off x="7190136" y="4383936"/>
                <a:ext cx="348480" cy="204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54F80E5-ADEF-977A-2DAD-0882417024C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84016" y="4377816"/>
                  <a:ext cx="3607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7B37779-7F09-FAE2-0BF2-9D04FFF4FBB4}"/>
                    </a:ext>
                  </a:extLst>
                </p14:cNvPr>
                <p14:cNvContentPartPr/>
                <p14:nvPr/>
              </p14:nvContentPartPr>
              <p14:xfrm>
                <a:off x="7445376" y="4216896"/>
                <a:ext cx="25560" cy="532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7B37779-7F09-FAE2-0BF2-9D04FFF4FBB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439256" y="4210776"/>
                  <a:ext cx="378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EA2C1AD-CEF9-883B-4829-44FF091612B1}"/>
                    </a:ext>
                  </a:extLst>
                </p14:cNvPr>
                <p14:cNvContentPartPr/>
                <p14:nvPr/>
              </p14:nvContentPartPr>
              <p14:xfrm>
                <a:off x="7580376" y="4303656"/>
                <a:ext cx="73440" cy="271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EA2C1AD-CEF9-883B-4829-44FF091612B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74256" y="4297536"/>
                  <a:ext cx="856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F7A44D7-415F-2814-4D85-AD92F29C55C9}"/>
                    </a:ext>
                  </a:extLst>
                </p14:cNvPr>
                <p14:cNvContentPartPr/>
                <p14:nvPr/>
              </p14:nvContentPartPr>
              <p14:xfrm>
                <a:off x="7520616" y="4415256"/>
                <a:ext cx="149760" cy="378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F7A44D7-415F-2814-4D85-AD92F29C55C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514496" y="4409136"/>
                  <a:ext cx="162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A5CBF0D-6154-4B25-FC62-7DEC070286FF}"/>
                    </a:ext>
                  </a:extLst>
                </p14:cNvPr>
                <p14:cNvContentPartPr/>
                <p14:nvPr/>
              </p14:nvContentPartPr>
              <p14:xfrm>
                <a:off x="7772256" y="4274496"/>
                <a:ext cx="499320" cy="3168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A5CBF0D-6154-4B25-FC62-7DEC070286F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66136" y="4268376"/>
                  <a:ext cx="511560" cy="32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6E695D8-8917-98B8-BAA4-9E0B9FA3B957}"/>
              </a:ext>
            </a:extLst>
          </p:cNvPr>
          <p:cNvGrpSpPr/>
          <p:nvPr/>
        </p:nvGrpSpPr>
        <p:grpSpPr>
          <a:xfrm>
            <a:off x="1398456" y="4277736"/>
            <a:ext cx="4994640" cy="1087560"/>
            <a:chOff x="1398456" y="4277736"/>
            <a:chExt cx="4994640" cy="10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7DD3744-A10B-7D4A-E7F1-47ECCCDAF93E}"/>
                    </a:ext>
                  </a:extLst>
                </p14:cNvPr>
                <p14:cNvContentPartPr/>
                <p14:nvPr/>
              </p14:nvContentPartPr>
              <p14:xfrm>
                <a:off x="1398456" y="4277736"/>
                <a:ext cx="485640" cy="243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7DD3744-A10B-7D4A-E7F1-47ECCCDAF93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92336" y="4271616"/>
                  <a:ext cx="497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2A5678E-7C2C-5669-FB8C-2ACB3D6E8CED}"/>
                    </a:ext>
                  </a:extLst>
                </p14:cNvPr>
                <p14:cNvContentPartPr/>
                <p14:nvPr/>
              </p14:nvContentPartPr>
              <p14:xfrm>
                <a:off x="2020176" y="4347936"/>
                <a:ext cx="330840" cy="217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2A5678E-7C2C-5669-FB8C-2ACB3D6E8CE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014056" y="4341816"/>
                  <a:ext cx="3430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B214F11-D305-2538-B63E-0735ABB80AD7}"/>
                    </a:ext>
                  </a:extLst>
                </p14:cNvPr>
                <p14:cNvContentPartPr/>
                <p14:nvPr/>
              </p14:nvContentPartPr>
              <p14:xfrm>
                <a:off x="2056176" y="4324536"/>
                <a:ext cx="280080" cy="19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B214F11-D305-2538-B63E-0735ABB80AD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050056" y="4318416"/>
                  <a:ext cx="292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15BC314-ADF8-E644-8141-9A8E4ADCE909}"/>
                    </a:ext>
                  </a:extLst>
                </p14:cNvPr>
                <p14:cNvContentPartPr/>
                <p14:nvPr/>
              </p14:nvContentPartPr>
              <p14:xfrm>
                <a:off x="2558736" y="4295376"/>
                <a:ext cx="185040" cy="293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15BC314-ADF8-E644-8141-9A8E4ADCE90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552616" y="4289256"/>
                  <a:ext cx="1972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F2ECBC0-AE1A-5946-AB99-18E7A13BC4C8}"/>
                    </a:ext>
                  </a:extLst>
                </p14:cNvPr>
                <p14:cNvContentPartPr/>
                <p14:nvPr/>
              </p14:nvContentPartPr>
              <p14:xfrm>
                <a:off x="2462976" y="4410576"/>
                <a:ext cx="631800" cy="358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F2ECBC0-AE1A-5946-AB99-18E7A13BC4C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56856" y="4404456"/>
                  <a:ext cx="64404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D5AD0CA-10E1-0EC1-2C5F-664CCF98A257}"/>
                    </a:ext>
                  </a:extLst>
                </p14:cNvPr>
                <p14:cNvContentPartPr/>
                <p14:nvPr/>
              </p14:nvContentPartPr>
              <p14:xfrm>
                <a:off x="3270816" y="4377456"/>
                <a:ext cx="164880" cy="199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D5AD0CA-10E1-0EC1-2C5F-664CCF98A25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64696" y="4371336"/>
                  <a:ext cx="177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A97C9F7-964F-1D0C-CC21-2A2D5E787F07}"/>
                    </a:ext>
                  </a:extLst>
                </p14:cNvPr>
                <p14:cNvContentPartPr/>
                <p14:nvPr/>
              </p14:nvContentPartPr>
              <p14:xfrm>
                <a:off x="3425616" y="4471056"/>
                <a:ext cx="84960" cy="109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A97C9F7-964F-1D0C-CC21-2A2D5E787F0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419496" y="4464936"/>
                  <a:ext cx="97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5ACD912-8A1F-A184-A68B-89CE4C1D88DD}"/>
                    </a:ext>
                  </a:extLst>
                </p14:cNvPr>
                <p14:cNvContentPartPr/>
                <p14:nvPr/>
              </p14:nvContentPartPr>
              <p14:xfrm>
                <a:off x="3576456" y="4405896"/>
                <a:ext cx="42480" cy="240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5ACD912-8A1F-A184-A68B-89CE4C1D88D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570336" y="4399776"/>
                  <a:ext cx="547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9DBF9AF-2B70-191C-9E52-AE0D224F1A6B}"/>
                    </a:ext>
                  </a:extLst>
                </p14:cNvPr>
                <p14:cNvContentPartPr/>
                <p14:nvPr/>
              </p14:nvContentPartPr>
              <p14:xfrm>
                <a:off x="3557736" y="4463856"/>
                <a:ext cx="87840" cy="17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9DBF9AF-2B70-191C-9E52-AE0D224F1A6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551616" y="4457736"/>
                  <a:ext cx="100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5C8DE28-9F3E-16F5-E87B-1A6AE9AD5928}"/>
                    </a:ext>
                  </a:extLst>
                </p14:cNvPr>
                <p14:cNvContentPartPr/>
                <p14:nvPr/>
              </p14:nvContentPartPr>
              <p14:xfrm>
                <a:off x="3922416" y="4348296"/>
                <a:ext cx="163440" cy="233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5C8DE28-9F3E-16F5-E87B-1A6AE9AD592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916296" y="4342176"/>
                  <a:ext cx="1756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0E7F88F-DEAE-06AF-E89D-8B2A2E506D86}"/>
                    </a:ext>
                  </a:extLst>
                </p14:cNvPr>
                <p14:cNvContentPartPr/>
                <p14:nvPr/>
              </p14:nvContentPartPr>
              <p14:xfrm>
                <a:off x="3978936" y="4397976"/>
                <a:ext cx="40320" cy="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0E7F88F-DEAE-06AF-E89D-8B2A2E506D8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972816" y="4391856"/>
                  <a:ext cx="52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651DFA4-853F-F5CD-2EFB-75FEE84CEBF9}"/>
                    </a:ext>
                  </a:extLst>
                </p14:cNvPr>
                <p14:cNvContentPartPr/>
                <p14:nvPr/>
              </p14:nvContentPartPr>
              <p14:xfrm>
                <a:off x="4385736" y="4370256"/>
                <a:ext cx="673920" cy="246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651DFA4-853F-F5CD-2EFB-75FEE84CEBF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79616" y="4364136"/>
                  <a:ext cx="686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B317E44-F1E5-4A4E-E6A9-8DEA86A77326}"/>
                    </a:ext>
                  </a:extLst>
                </p14:cNvPr>
                <p14:cNvContentPartPr/>
                <p14:nvPr/>
              </p14:nvContentPartPr>
              <p14:xfrm>
                <a:off x="4452696" y="4371336"/>
                <a:ext cx="97200" cy="8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B317E44-F1E5-4A4E-E6A9-8DEA86A773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446576" y="4365216"/>
                  <a:ext cx="109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85F8C23-C1B3-2C98-8A2E-3C9BB690EFA9}"/>
                    </a:ext>
                  </a:extLst>
                </p14:cNvPr>
                <p14:cNvContentPartPr/>
                <p14:nvPr/>
              </p14:nvContentPartPr>
              <p14:xfrm>
                <a:off x="5218056" y="4389696"/>
                <a:ext cx="284400" cy="165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85F8C23-C1B3-2C98-8A2E-3C9BB690EFA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11936" y="4383576"/>
                  <a:ext cx="296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E6F48D9-5B97-310A-6180-0E551664DA28}"/>
                    </a:ext>
                  </a:extLst>
                </p14:cNvPr>
                <p14:cNvContentPartPr/>
                <p14:nvPr/>
              </p14:nvContentPartPr>
              <p14:xfrm>
                <a:off x="5182416" y="4345416"/>
                <a:ext cx="79560" cy="7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E6F48D9-5B97-310A-6180-0E551664DA2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176296" y="4339296"/>
                  <a:ext cx="91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9CB0579-D882-4442-32B8-5A9C2F8F6CA2}"/>
                    </a:ext>
                  </a:extLst>
                </p14:cNvPr>
                <p14:cNvContentPartPr/>
                <p14:nvPr/>
              </p14:nvContentPartPr>
              <p14:xfrm>
                <a:off x="5699736" y="4390416"/>
                <a:ext cx="24480" cy="176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9CB0579-D882-4442-32B8-5A9C2F8F6CA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693616" y="4384296"/>
                  <a:ext cx="367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DFD3F58-ED6F-8154-B5D6-4986C45AE445}"/>
                    </a:ext>
                  </a:extLst>
                </p14:cNvPr>
                <p14:cNvContentPartPr/>
                <p14:nvPr/>
              </p14:nvContentPartPr>
              <p14:xfrm>
                <a:off x="5639616" y="4333176"/>
                <a:ext cx="183240" cy="352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DFD3F58-ED6F-8154-B5D6-4986C45AE44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33496" y="4327056"/>
                  <a:ext cx="195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04AEB48-CC5F-7F70-FB11-DD21C73DE32D}"/>
                    </a:ext>
                  </a:extLst>
                </p14:cNvPr>
                <p14:cNvContentPartPr/>
                <p14:nvPr/>
              </p14:nvContentPartPr>
              <p14:xfrm>
                <a:off x="5700096" y="4302576"/>
                <a:ext cx="693000" cy="379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04AEB48-CC5F-7F70-FB11-DD21C73DE32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693976" y="4296456"/>
                  <a:ext cx="705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898B699-5869-D4C4-DC1E-939BACDC9727}"/>
                    </a:ext>
                  </a:extLst>
                </p14:cNvPr>
                <p14:cNvContentPartPr/>
                <p14:nvPr/>
              </p14:nvContentPartPr>
              <p14:xfrm>
                <a:off x="1454616" y="4646736"/>
                <a:ext cx="734760" cy="237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898B699-5869-D4C4-DC1E-939BACDC972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448496" y="4640616"/>
                  <a:ext cx="7470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24177F8-C7C0-C39A-22BE-9C215752528A}"/>
                    </a:ext>
                  </a:extLst>
                </p14:cNvPr>
                <p14:cNvContentPartPr/>
                <p14:nvPr/>
              </p14:nvContentPartPr>
              <p14:xfrm>
                <a:off x="1848096" y="4700016"/>
                <a:ext cx="239040" cy="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24177F8-C7C0-C39A-22BE-9C215752528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841976" y="4693896"/>
                  <a:ext cx="251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0269AB1-6D5F-7654-1BBB-B954A9B376C1}"/>
                    </a:ext>
                  </a:extLst>
                </p14:cNvPr>
                <p14:cNvContentPartPr/>
                <p14:nvPr/>
              </p14:nvContentPartPr>
              <p14:xfrm>
                <a:off x="2459376" y="4738536"/>
                <a:ext cx="1106640" cy="1843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0269AB1-6D5F-7654-1BBB-B954A9B376C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453256" y="4732416"/>
                  <a:ext cx="11188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7FFE863-BE56-6691-69B5-168FC28EEC05}"/>
                    </a:ext>
                  </a:extLst>
                </p14:cNvPr>
                <p14:cNvContentPartPr/>
                <p14:nvPr/>
              </p14:nvContentPartPr>
              <p14:xfrm>
                <a:off x="3604536" y="4764816"/>
                <a:ext cx="16560" cy="27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7FFE863-BE56-6691-69B5-168FC28EEC0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598416" y="4758696"/>
                  <a:ext cx="28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2883708-E681-DDE2-06A7-4AC2F4A813F3}"/>
                    </a:ext>
                  </a:extLst>
                </p14:cNvPr>
                <p14:cNvContentPartPr/>
                <p14:nvPr/>
              </p14:nvContentPartPr>
              <p14:xfrm>
                <a:off x="3627576" y="4666536"/>
                <a:ext cx="574920" cy="698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2883708-E681-DDE2-06A7-4AC2F4A813F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21456" y="4660416"/>
                  <a:ext cx="587160" cy="7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2B06BBB-BB46-0BAE-244E-7945DCC587C6}"/>
                    </a:ext>
                  </a:extLst>
                </p14:cNvPr>
                <p14:cNvContentPartPr/>
                <p14:nvPr/>
              </p14:nvContentPartPr>
              <p14:xfrm>
                <a:off x="4285296" y="4922856"/>
                <a:ext cx="21600" cy="25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2B06BBB-BB46-0BAE-244E-7945DCC587C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279176" y="4916736"/>
                  <a:ext cx="33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45BE610-1AD4-9F02-3C75-3478DAF959F4}"/>
                    </a:ext>
                  </a:extLst>
                </p14:cNvPr>
                <p14:cNvContentPartPr/>
                <p14:nvPr/>
              </p14:nvContentPartPr>
              <p14:xfrm>
                <a:off x="3037176" y="5165496"/>
                <a:ext cx="429480" cy="18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45BE610-1AD4-9F02-3C75-3478DAF959F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031056" y="5159376"/>
                  <a:ext cx="441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AEF6A93-2332-56C9-FBFD-F1ECE4CF8492}"/>
                    </a:ext>
                  </a:extLst>
                </p14:cNvPr>
                <p14:cNvContentPartPr/>
                <p14:nvPr/>
              </p14:nvContentPartPr>
              <p14:xfrm>
                <a:off x="3179016" y="5202936"/>
                <a:ext cx="146520" cy="27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AEF6A93-2332-56C9-FBFD-F1ECE4CF849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172896" y="5196816"/>
                  <a:ext cx="15876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55F168D-4128-779C-947C-976A65930F3A}"/>
              </a:ext>
            </a:extLst>
          </p:cNvPr>
          <p:cNvGrpSpPr/>
          <p:nvPr/>
        </p:nvGrpSpPr>
        <p:grpSpPr>
          <a:xfrm>
            <a:off x="849096" y="4352256"/>
            <a:ext cx="237240" cy="292320"/>
            <a:chOff x="849096" y="4352256"/>
            <a:chExt cx="23724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70CA0D5-21C4-9552-7E6C-76AE2268E38C}"/>
                    </a:ext>
                  </a:extLst>
                </p14:cNvPr>
                <p14:cNvContentPartPr/>
                <p14:nvPr/>
              </p14:nvContentPartPr>
              <p14:xfrm>
                <a:off x="951336" y="4434696"/>
                <a:ext cx="27360" cy="188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70CA0D5-21C4-9552-7E6C-76AE2268E38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5216" y="4428576"/>
                  <a:ext cx="39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14D9F21-E70F-A1ED-7387-A9C552ABB4A8}"/>
                    </a:ext>
                  </a:extLst>
                </p14:cNvPr>
                <p14:cNvContentPartPr/>
                <p14:nvPr/>
              </p14:nvContentPartPr>
              <p14:xfrm>
                <a:off x="849096" y="4352256"/>
                <a:ext cx="237240" cy="292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14D9F21-E70F-A1ED-7387-A9C552ABB4A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2976" y="4346136"/>
                  <a:ext cx="249480" cy="30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3D897412-781F-2F8B-B93F-3C42954E71CE}"/>
                  </a:ext>
                </a:extLst>
              </p14:cNvPr>
              <p14:cNvContentPartPr/>
              <p14:nvPr/>
            </p14:nvContentPartPr>
            <p14:xfrm>
              <a:off x="640656" y="5347296"/>
              <a:ext cx="457200" cy="3171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3D897412-781F-2F8B-B93F-3C42954E71C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34536" y="5341176"/>
                <a:ext cx="46944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30CFA18-33FA-E05A-5A0C-19CCA96F6B1A}"/>
                  </a:ext>
                </a:extLst>
              </p14:cNvPr>
              <p14:cNvContentPartPr/>
              <p14:nvPr/>
            </p14:nvContentPartPr>
            <p14:xfrm>
              <a:off x="1462896" y="5354136"/>
              <a:ext cx="191160" cy="2178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30CFA18-33FA-E05A-5A0C-19CCA96F6B1A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456776" y="5348016"/>
                <a:ext cx="2034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126174F-5BDA-9B0E-5445-EE6C4C6E4062}"/>
                  </a:ext>
                </a:extLst>
              </p14:cNvPr>
              <p14:cNvContentPartPr/>
              <p14:nvPr/>
            </p14:nvContentPartPr>
            <p14:xfrm>
              <a:off x="1503576" y="5502456"/>
              <a:ext cx="82080" cy="295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126174F-5BDA-9B0E-5445-EE6C4C6E4062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497456" y="5496336"/>
                <a:ext cx="94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0C4D5D63-D46D-0CFD-4950-13E39A779940}"/>
                  </a:ext>
                </a:extLst>
              </p14:cNvPr>
              <p14:cNvContentPartPr/>
              <p14:nvPr/>
            </p14:nvContentPartPr>
            <p14:xfrm>
              <a:off x="1758456" y="5350896"/>
              <a:ext cx="217080" cy="25308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0C4D5D63-D46D-0CFD-4950-13E39A779940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752336" y="5344776"/>
                <a:ext cx="22932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4872140-331C-8804-9286-36307103F788}"/>
                  </a:ext>
                </a:extLst>
              </p14:cNvPr>
              <p14:cNvContentPartPr/>
              <p14:nvPr/>
            </p14:nvContentPartPr>
            <p14:xfrm>
              <a:off x="2012976" y="5504616"/>
              <a:ext cx="78120" cy="817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4872140-331C-8804-9286-36307103F788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006856" y="5498496"/>
                <a:ext cx="903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C9443E20-0BBE-1D5F-A522-84E6B0B6A669}"/>
                  </a:ext>
                </a:extLst>
              </p14:cNvPr>
              <p14:cNvContentPartPr/>
              <p14:nvPr/>
            </p14:nvContentPartPr>
            <p14:xfrm>
              <a:off x="2459376" y="5436936"/>
              <a:ext cx="55440" cy="1458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C9443E20-0BBE-1D5F-A522-84E6B0B6A669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453256" y="5430816"/>
                <a:ext cx="676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92AC8DB-F1BD-02C8-7AA2-FF0794DD7669}"/>
                  </a:ext>
                </a:extLst>
              </p14:cNvPr>
              <p14:cNvContentPartPr/>
              <p14:nvPr/>
            </p14:nvContentPartPr>
            <p14:xfrm>
              <a:off x="2424456" y="5421456"/>
              <a:ext cx="167040" cy="2844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92AC8DB-F1BD-02C8-7AA2-FF0794DD7669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418336" y="5415336"/>
                <a:ext cx="1792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CE8C24E3-9B11-48F8-F740-7C03B128BB9A}"/>
                  </a:ext>
                </a:extLst>
              </p14:cNvPr>
              <p14:cNvContentPartPr/>
              <p14:nvPr/>
            </p14:nvContentPartPr>
            <p14:xfrm>
              <a:off x="2415096" y="5550336"/>
              <a:ext cx="81720" cy="4500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CE8C24E3-9B11-48F8-F740-7C03B128BB9A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2408976" y="5544216"/>
                <a:ext cx="9396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59A77166-275F-61C9-26B8-1649B2A20DB1}"/>
                  </a:ext>
                </a:extLst>
              </p14:cNvPr>
              <p14:cNvContentPartPr/>
              <p14:nvPr/>
            </p14:nvContentPartPr>
            <p14:xfrm>
              <a:off x="2594016" y="5449536"/>
              <a:ext cx="89640" cy="27900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59A77166-275F-61C9-26B8-1649B2A20DB1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587896" y="5443416"/>
                <a:ext cx="1018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07753C8-0DD5-278C-6E35-7F94D8D33D66}"/>
                  </a:ext>
                </a:extLst>
              </p14:cNvPr>
              <p14:cNvContentPartPr/>
              <p14:nvPr/>
            </p14:nvContentPartPr>
            <p14:xfrm>
              <a:off x="2974536" y="5410656"/>
              <a:ext cx="328320" cy="1764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07753C8-0DD5-278C-6E35-7F94D8D33D66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968416" y="5404536"/>
                <a:ext cx="34056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AFE1CB27-9956-9ECD-F465-0273F1D76D94}"/>
                  </a:ext>
                </a:extLst>
              </p14:cNvPr>
              <p14:cNvContentPartPr/>
              <p14:nvPr/>
            </p14:nvContentPartPr>
            <p14:xfrm>
              <a:off x="3007296" y="5442336"/>
              <a:ext cx="92880" cy="1512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AFE1CB27-9956-9ECD-F465-0273F1D76D94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3001176" y="5436216"/>
                <a:ext cx="10512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3CE35FB-BB33-C754-7D52-EFF96644416B}"/>
              </a:ext>
            </a:extLst>
          </p:cNvPr>
          <p:cNvGrpSpPr/>
          <p:nvPr/>
        </p:nvGrpSpPr>
        <p:grpSpPr>
          <a:xfrm>
            <a:off x="3603096" y="5382216"/>
            <a:ext cx="1905840" cy="297360"/>
            <a:chOff x="3603096" y="5382216"/>
            <a:chExt cx="190584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CE2A595-8AA7-71D7-71E9-C3BE0FD3052F}"/>
                    </a:ext>
                  </a:extLst>
                </p14:cNvPr>
                <p14:cNvContentPartPr/>
                <p14:nvPr/>
              </p14:nvContentPartPr>
              <p14:xfrm>
                <a:off x="3620736" y="5457816"/>
                <a:ext cx="46080" cy="174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CE2A595-8AA7-71D7-71E9-C3BE0FD3052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14616" y="5451696"/>
                  <a:ext cx="58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E2116AD-B845-AC85-69A7-D336472C0FA0}"/>
                    </a:ext>
                  </a:extLst>
                </p14:cNvPr>
                <p14:cNvContentPartPr/>
                <p14:nvPr/>
              </p14:nvContentPartPr>
              <p14:xfrm>
                <a:off x="3606696" y="5411376"/>
                <a:ext cx="99720" cy="148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E2116AD-B845-AC85-69A7-D336472C0FA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600576" y="5405256"/>
                  <a:ext cx="111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F67D197-1822-4ED9-F6DF-C5385ED77412}"/>
                    </a:ext>
                  </a:extLst>
                </p14:cNvPr>
                <p14:cNvContentPartPr/>
                <p14:nvPr/>
              </p14:nvContentPartPr>
              <p14:xfrm>
                <a:off x="3603096" y="5486256"/>
                <a:ext cx="123480" cy="34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F67D197-1822-4ED9-F6DF-C5385ED7741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596976" y="5480136"/>
                  <a:ext cx="135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2F9FAA0-3A9D-A7F9-55D8-BF8894DBC15F}"/>
                    </a:ext>
                  </a:extLst>
                </p14:cNvPr>
                <p14:cNvContentPartPr/>
                <p14:nvPr/>
              </p14:nvContentPartPr>
              <p14:xfrm>
                <a:off x="3973536" y="5394816"/>
                <a:ext cx="177840" cy="137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2F9FAA0-3A9D-A7F9-55D8-BF8894DBC15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967416" y="5388696"/>
                  <a:ext cx="190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A003183-B696-2FF6-0D3B-2FBFA6F97E49}"/>
                    </a:ext>
                  </a:extLst>
                </p14:cNvPr>
                <p14:cNvContentPartPr/>
                <p14:nvPr/>
              </p14:nvContentPartPr>
              <p14:xfrm>
                <a:off x="4169736" y="5382216"/>
                <a:ext cx="419040" cy="166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A003183-B696-2FF6-0D3B-2FBFA6F97E4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163616" y="5376096"/>
                  <a:ext cx="431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228A27B-636C-0606-19C6-E5FFF59C0D25}"/>
                    </a:ext>
                  </a:extLst>
                </p14:cNvPr>
                <p14:cNvContentPartPr/>
                <p14:nvPr/>
              </p14:nvContentPartPr>
              <p14:xfrm>
                <a:off x="4799736" y="5480136"/>
                <a:ext cx="46440" cy="1994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228A27B-636C-0606-19C6-E5FFF59C0D2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793616" y="5474016"/>
                  <a:ext cx="58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D356818-7CAC-7431-A1ED-4C45DFC4D3AB}"/>
                    </a:ext>
                  </a:extLst>
                </p14:cNvPr>
                <p14:cNvContentPartPr/>
                <p14:nvPr/>
              </p14:nvContentPartPr>
              <p14:xfrm>
                <a:off x="4800096" y="5448096"/>
                <a:ext cx="320400" cy="1123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D356818-7CAC-7431-A1ED-4C45DFC4D3A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793976" y="5441976"/>
                  <a:ext cx="332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473E460-B9F8-AACC-08C8-C32CB79EE873}"/>
                    </a:ext>
                  </a:extLst>
                </p14:cNvPr>
                <p14:cNvContentPartPr/>
                <p14:nvPr/>
              </p14:nvContentPartPr>
              <p14:xfrm>
                <a:off x="5115456" y="5393736"/>
                <a:ext cx="29160" cy="471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473E460-B9F8-AACC-08C8-C32CB79EE87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109336" y="5387616"/>
                  <a:ext cx="414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5244F31-CD9E-107C-5721-3F7FDBAEF38D}"/>
                    </a:ext>
                  </a:extLst>
                </p14:cNvPr>
                <p14:cNvContentPartPr/>
                <p14:nvPr/>
              </p14:nvContentPartPr>
              <p14:xfrm>
                <a:off x="5213016" y="5467896"/>
                <a:ext cx="103680" cy="101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5244F31-CD9E-107C-5721-3F7FDBAEF38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206896" y="5461776"/>
                  <a:ext cx="1159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03B099F-8CB2-797B-B9F8-EA1B588639FF}"/>
                    </a:ext>
                  </a:extLst>
                </p14:cNvPr>
                <p14:cNvContentPartPr/>
                <p14:nvPr/>
              </p14:nvContentPartPr>
              <p14:xfrm>
                <a:off x="5371776" y="5477616"/>
                <a:ext cx="137160" cy="91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03B099F-8CB2-797B-B9F8-EA1B588639F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365656" y="5471496"/>
                  <a:ext cx="1494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59E2BD2F-0A70-0F18-A807-FE5426C86F38}"/>
              </a:ext>
            </a:extLst>
          </p:cNvPr>
          <p:cNvGrpSpPr/>
          <p:nvPr/>
        </p:nvGrpSpPr>
        <p:grpSpPr>
          <a:xfrm>
            <a:off x="5867856" y="5403816"/>
            <a:ext cx="856080" cy="210600"/>
            <a:chOff x="5867856" y="5403816"/>
            <a:chExt cx="85608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535D090-402B-9F3D-71F0-DE6FF5079109}"/>
                    </a:ext>
                  </a:extLst>
                </p14:cNvPr>
                <p14:cNvContentPartPr/>
                <p14:nvPr/>
              </p14:nvContentPartPr>
              <p14:xfrm>
                <a:off x="5867856" y="5462496"/>
                <a:ext cx="133920" cy="1519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535D090-402B-9F3D-71F0-DE6FF507910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861736" y="5456376"/>
                  <a:ext cx="146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29FBE92-D34C-F9F2-2A11-B3725E05CA96}"/>
                    </a:ext>
                  </a:extLst>
                </p14:cNvPr>
                <p14:cNvContentPartPr/>
                <p14:nvPr/>
              </p14:nvContentPartPr>
              <p14:xfrm>
                <a:off x="6089616" y="5403816"/>
                <a:ext cx="365760" cy="1897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29FBE92-D34C-F9F2-2A11-B3725E05CA9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083496" y="5397696"/>
                  <a:ext cx="378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1A0849A-FCED-F64F-9FAC-876F55327479}"/>
                    </a:ext>
                  </a:extLst>
                </p14:cNvPr>
                <p14:cNvContentPartPr/>
                <p14:nvPr/>
              </p14:nvContentPartPr>
              <p14:xfrm>
                <a:off x="6524856" y="5421456"/>
                <a:ext cx="31680" cy="171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1A0849A-FCED-F64F-9FAC-876F5532747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518736" y="5415336"/>
                  <a:ext cx="43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426DCCA-9317-5E0C-02CA-97ECEE5C43C6}"/>
                    </a:ext>
                  </a:extLst>
                </p14:cNvPr>
                <p14:cNvContentPartPr/>
                <p14:nvPr/>
              </p14:nvContentPartPr>
              <p14:xfrm>
                <a:off x="6510456" y="5449896"/>
                <a:ext cx="213480" cy="1198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426DCCA-9317-5E0C-02CA-97ECEE5C43C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504336" y="5443776"/>
                  <a:ext cx="225720" cy="13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722CA2C-CB9E-BF55-C04B-2D604EA9E30F}"/>
                  </a:ext>
                </a:extLst>
              </p14:cNvPr>
              <p14:cNvContentPartPr/>
              <p14:nvPr/>
            </p14:nvContentPartPr>
            <p14:xfrm>
              <a:off x="7014096" y="5360616"/>
              <a:ext cx="794880" cy="19080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722CA2C-CB9E-BF55-C04B-2D604EA9E30F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007976" y="5354496"/>
                <a:ext cx="807120" cy="20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73682DE7-8F63-F5B5-2815-E6950A0D900B}"/>
              </a:ext>
            </a:extLst>
          </p:cNvPr>
          <p:cNvGrpSpPr/>
          <p:nvPr/>
        </p:nvGrpSpPr>
        <p:grpSpPr>
          <a:xfrm>
            <a:off x="450216" y="6043896"/>
            <a:ext cx="510840" cy="345600"/>
            <a:chOff x="450216" y="6043896"/>
            <a:chExt cx="51084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10D70B0-FF9B-2829-5B93-D03B263865E7}"/>
                    </a:ext>
                  </a:extLst>
                </p14:cNvPr>
                <p14:cNvContentPartPr/>
                <p14:nvPr/>
              </p14:nvContentPartPr>
              <p14:xfrm>
                <a:off x="698976" y="6115176"/>
                <a:ext cx="255960" cy="166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10D70B0-FF9B-2829-5B93-D03B263865E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92856" y="6109056"/>
                  <a:ext cx="268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3820A08-F342-4C00-8924-202950DF1B64}"/>
                    </a:ext>
                  </a:extLst>
                </p14:cNvPr>
                <p14:cNvContentPartPr/>
                <p14:nvPr/>
              </p14:nvContentPartPr>
              <p14:xfrm>
                <a:off x="450216" y="6043896"/>
                <a:ext cx="510840" cy="345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3820A08-F342-4C00-8924-202950DF1B6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44096" y="6037776"/>
                  <a:ext cx="523080" cy="35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EFD79ED3-55B6-1778-085E-24D40B5DCA00}"/>
              </a:ext>
            </a:extLst>
          </p:cNvPr>
          <p:cNvGrpSpPr/>
          <p:nvPr/>
        </p:nvGrpSpPr>
        <p:grpSpPr>
          <a:xfrm>
            <a:off x="9347256" y="5879376"/>
            <a:ext cx="1662120" cy="359280"/>
            <a:chOff x="9347256" y="5879376"/>
            <a:chExt cx="166212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0F8F0A1-E999-871B-C3E6-87DC410451B2}"/>
                    </a:ext>
                  </a:extLst>
                </p14:cNvPr>
                <p14:cNvContentPartPr/>
                <p14:nvPr/>
              </p14:nvContentPartPr>
              <p14:xfrm>
                <a:off x="9347256" y="5894496"/>
                <a:ext cx="672840" cy="3441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0F8F0A1-E999-871B-C3E6-87DC410451B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341136" y="5888376"/>
                  <a:ext cx="6850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082BE2B-6256-88C6-C676-C67DD81640A9}"/>
                    </a:ext>
                  </a:extLst>
                </p14:cNvPr>
                <p14:cNvContentPartPr/>
                <p14:nvPr/>
              </p14:nvContentPartPr>
              <p14:xfrm>
                <a:off x="10035936" y="5983416"/>
                <a:ext cx="150480" cy="698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082BE2B-6256-88C6-C676-C67DD81640A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029816" y="5977296"/>
                  <a:ext cx="162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1F2BCBB-E3C5-DAFA-382F-F585F79A0A87}"/>
                    </a:ext>
                  </a:extLst>
                </p14:cNvPr>
                <p14:cNvContentPartPr/>
                <p14:nvPr/>
              </p14:nvContentPartPr>
              <p14:xfrm>
                <a:off x="9386856" y="5879376"/>
                <a:ext cx="104760" cy="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1F2BCBB-E3C5-DAFA-382F-F585F79A0A8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380736" y="5873256"/>
                  <a:ext cx="117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6E656AD-4965-E844-F0D8-6FEA35C6DFE6}"/>
                    </a:ext>
                  </a:extLst>
                </p14:cNvPr>
                <p14:cNvContentPartPr/>
                <p14:nvPr/>
              </p14:nvContentPartPr>
              <p14:xfrm>
                <a:off x="10424736" y="5894496"/>
                <a:ext cx="584640" cy="3326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6E656AD-4965-E844-F0D8-6FEA35C6DFE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18616" y="5888376"/>
                  <a:ext cx="5968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65EDCCA-3254-F9F1-5DC3-EB7E8679DF82}"/>
                    </a:ext>
                  </a:extLst>
                </p14:cNvPr>
                <p14:cNvContentPartPr/>
                <p14:nvPr/>
              </p14:nvContentPartPr>
              <p14:xfrm>
                <a:off x="10954656" y="5979456"/>
                <a:ext cx="51480" cy="28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65EDCCA-3254-F9F1-5DC3-EB7E8679DF8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48536" y="5973336"/>
                  <a:ext cx="6372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B0C86667-A583-A652-2988-270799992C79}"/>
                  </a:ext>
                </a:extLst>
              </p14:cNvPr>
              <p14:cNvContentPartPr/>
              <p14:nvPr/>
            </p14:nvContentPartPr>
            <p14:xfrm>
              <a:off x="11300616" y="5866056"/>
              <a:ext cx="592920" cy="31140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B0C86667-A583-A652-2988-270799992C79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1294496" y="5859936"/>
                <a:ext cx="605160" cy="32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3" name="Group 232">
            <a:extLst>
              <a:ext uri="{FF2B5EF4-FFF2-40B4-BE49-F238E27FC236}">
                <a16:creationId xmlns:a16="http://schemas.microsoft.com/office/drawing/2014/main" id="{0F355171-D733-8163-2B5D-FF2CFF5CD38D}"/>
              </a:ext>
            </a:extLst>
          </p:cNvPr>
          <p:cNvGrpSpPr/>
          <p:nvPr/>
        </p:nvGrpSpPr>
        <p:grpSpPr>
          <a:xfrm>
            <a:off x="1295136" y="5931576"/>
            <a:ext cx="7689960" cy="795960"/>
            <a:chOff x="1295136" y="5931576"/>
            <a:chExt cx="7689960" cy="79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6EE5292-CDE8-4404-51DA-454DC98B9F69}"/>
                    </a:ext>
                  </a:extLst>
                </p14:cNvPr>
                <p14:cNvContentPartPr/>
                <p14:nvPr/>
              </p14:nvContentPartPr>
              <p14:xfrm>
                <a:off x="1398456" y="5989176"/>
                <a:ext cx="55440" cy="307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6EE5292-CDE8-4404-51DA-454DC98B9F6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392336" y="5983056"/>
                  <a:ext cx="6768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45AA6B7-1F81-FDA6-39DB-4DE5CF5F45D6}"/>
                    </a:ext>
                  </a:extLst>
                </p14:cNvPr>
                <p14:cNvContentPartPr/>
                <p14:nvPr/>
              </p14:nvContentPartPr>
              <p14:xfrm>
                <a:off x="1334736" y="6017256"/>
                <a:ext cx="130680" cy="176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45AA6B7-1F81-FDA6-39DB-4DE5CF5F45D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328616" y="6011136"/>
                  <a:ext cx="142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C76BE32-8DFD-8125-A752-FF908FD5F003}"/>
                    </a:ext>
                  </a:extLst>
                </p14:cNvPr>
                <p14:cNvContentPartPr/>
                <p14:nvPr/>
              </p14:nvContentPartPr>
              <p14:xfrm>
                <a:off x="1295136" y="6163056"/>
                <a:ext cx="141480" cy="349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C76BE32-8DFD-8125-A752-FF908FD5F00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289016" y="6156936"/>
                  <a:ext cx="153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F905A03-038C-4F7B-B299-DA05C3480028}"/>
                    </a:ext>
                  </a:extLst>
                </p14:cNvPr>
                <p14:cNvContentPartPr/>
                <p14:nvPr/>
              </p14:nvContentPartPr>
              <p14:xfrm>
                <a:off x="1502856" y="6016536"/>
                <a:ext cx="161640" cy="427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F905A03-038C-4F7B-B299-DA05C348002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496736" y="6010416"/>
                  <a:ext cx="1738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D6428C1-AC6E-002C-1775-6E553EEFAB46}"/>
                    </a:ext>
                  </a:extLst>
                </p14:cNvPr>
                <p14:cNvContentPartPr/>
                <p14:nvPr/>
              </p14:nvContentPartPr>
              <p14:xfrm>
                <a:off x="1919376" y="5999256"/>
                <a:ext cx="455400" cy="2948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D6428C1-AC6E-002C-1775-6E553EEFAB4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913256" y="5993136"/>
                  <a:ext cx="4676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F12E230-ABBB-C96A-2822-8AC3AE102202}"/>
                    </a:ext>
                  </a:extLst>
                </p14:cNvPr>
                <p14:cNvContentPartPr/>
                <p14:nvPr/>
              </p14:nvContentPartPr>
              <p14:xfrm>
                <a:off x="1848456" y="6070896"/>
                <a:ext cx="327960" cy="208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F12E230-ABBB-C96A-2822-8AC3AE10220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842336" y="6064776"/>
                  <a:ext cx="340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AF33BE4-AC81-9FF3-7A20-929973009E3C}"/>
                    </a:ext>
                  </a:extLst>
                </p14:cNvPr>
                <p14:cNvContentPartPr/>
                <p14:nvPr/>
              </p14:nvContentPartPr>
              <p14:xfrm>
                <a:off x="2669616" y="6061896"/>
                <a:ext cx="589320" cy="2116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AF33BE4-AC81-9FF3-7A20-929973009E3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663496" y="6055776"/>
                  <a:ext cx="601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2B2A7FC-4270-1BBE-3F04-566CCD1DBD63}"/>
                    </a:ext>
                  </a:extLst>
                </p14:cNvPr>
                <p14:cNvContentPartPr/>
                <p14:nvPr/>
              </p14:nvContentPartPr>
              <p14:xfrm>
                <a:off x="3386736" y="6082416"/>
                <a:ext cx="188640" cy="1548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2B2A7FC-4270-1BBE-3F04-566CCD1DBD6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380616" y="6076296"/>
                  <a:ext cx="2008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A4645CF-BE2A-780F-10CE-E0641B4CA7FB}"/>
                    </a:ext>
                  </a:extLst>
                </p14:cNvPr>
                <p14:cNvContentPartPr/>
                <p14:nvPr/>
              </p14:nvContentPartPr>
              <p14:xfrm>
                <a:off x="3566736" y="6007536"/>
                <a:ext cx="608040" cy="2480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A4645CF-BE2A-780F-10CE-E0641B4CA7F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560616" y="6001416"/>
                  <a:ext cx="6202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BD4C6E5-8A6D-6EEC-259A-5FF65C74C99D}"/>
                    </a:ext>
                  </a:extLst>
                </p14:cNvPr>
                <p14:cNvContentPartPr/>
                <p14:nvPr/>
              </p14:nvContentPartPr>
              <p14:xfrm>
                <a:off x="4397256" y="5963976"/>
                <a:ext cx="642600" cy="496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BD4C6E5-8A6D-6EEC-259A-5FF65C74C99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391136" y="5957856"/>
                  <a:ext cx="65484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0DAEE09-2E99-7548-5CFE-18617C2B1DE1}"/>
                    </a:ext>
                  </a:extLst>
                </p14:cNvPr>
                <p14:cNvContentPartPr/>
                <p14:nvPr/>
              </p14:nvContentPartPr>
              <p14:xfrm>
                <a:off x="5385456" y="5931576"/>
                <a:ext cx="491760" cy="2851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0DAEE09-2E99-7548-5CFE-18617C2B1DE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79336" y="5925456"/>
                  <a:ext cx="5040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EE77393-5BCF-97CF-5F6B-740E0298BB82}"/>
                    </a:ext>
                  </a:extLst>
                </p14:cNvPr>
                <p14:cNvContentPartPr/>
                <p14:nvPr/>
              </p14:nvContentPartPr>
              <p14:xfrm>
                <a:off x="6070176" y="6053616"/>
                <a:ext cx="329760" cy="423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EE77393-5BCF-97CF-5F6B-740E0298BB8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064056" y="6047496"/>
                  <a:ext cx="34200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B6CB8E4-12DA-07F9-8035-F36E82461FAA}"/>
                    </a:ext>
                  </a:extLst>
                </p14:cNvPr>
                <p14:cNvContentPartPr/>
                <p14:nvPr/>
              </p14:nvContentPartPr>
              <p14:xfrm>
                <a:off x="6419016" y="5996016"/>
                <a:ext cx="9720" cy="298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B6CB8E4-12DA-07F9-8035-F36E82461FA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412896" y="5989896"/>
                  <a:ext cx="21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0B2F638-7545-2C9B-6DC9-4927F22C1A55}"/>
                    </a:ext>
                  </a:extLst>
                </p14:cNvPr>
                <p14:cNvContentPartPr/>
                <p14:nvPr/>
              </p14:nvContentPartPr>
              <p14:xfrm>
                <a:off x="6480936" y="6016536"/>
                <a:ext cx="473040" cy="1429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0B2F638-7545-2C9B-6DC9-4927F22C1A5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474816" y="6010416"/>
                  <a:ext cx="4852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F1238B2-AD54-5194-9B85-903CC022F34A}"/>
                    </a:ext>
                  </a:extLst>
                </p14:cNvPr>
                <p14:cNvContentPartPr/>
                <p14:nvPr/>
              </p14:nvContentPartPr>
              <p14:xfrm>
                <a:off x="7306776" y="5972976"/>
                <a:ext cx="423720" cy="1875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F1238B2-AD54-5194-9B85-903CC022F34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300656" y="5966856"/>
                  <a:ext cx="435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6BB5223-C0C0-55EC-679F-70503CC2CA98}"/>
                    </a:ext>
                  </a:extLst>
                </p14:cNvPr>
                <p14:cNvContentPartPr/>
                <p14:nvPr/>
              </p14:nvContentPartPr>
              <p14:xfrm>
                <a:off x="7420896" y="5970816"/>
                <a:ext cx="104760" cy="97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6BB5223-C0C0-55EC-679F-70503CC2CA9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14776" y="5964696"/>
                  <a:ext cx="117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DC1E248-D1B8-FC73-99E0-07583F1DA47D}"/>
                    </a:ext>
                  </a:extLst>
                </p14:cNvPr>
                <p14:cNvContentPartPr/>
                <p14:nvPr/>
              </p14:nvContentPartPr>
              <p14:xfrm>
                <a:off x="8073576" y="5988816"/>
                <a:ext cx="83160" cy="259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DC1E248-D1B8-FC73-99E0-07583F1DA47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067456" y="5982696"/>
                  <a:ext cx="954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4BA0FBC-FBF6-1E32-879A-ADAD4A0CC0B7}"/>
                    </a:ext>
                  </a:extLst>
                </p14:cNvPr>
                <p14:cNvContentPartPr/>
                <p14:nvPr/>
              </p14:nvContentPartPr>
              <p14:xfrm>
                <a:off x="8064576" y="5978736"/>
                <a:ext cx="665280" cy="3682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4BA0FBC-FBF6-1E32-879A-ADAD4A0CC0B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058456" y="5972616"/>
                  <a:ext cx="6775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AED1E39-AE82-81F6-8198-D014471C0D4D}"/>
                    </a:ext>
                  </a:extLst>
                </p14:cNvPr>
                <p14:cNvContentPartPr/>
                <p14:nvPr/>
              </p14:nvContentPartPr>
              <p14:xfrm>
                <a:off x="8784576" y="5935536"/>
                <a:ext cx="21240" cy="81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AED1E39-AE82-81F6-8198-D014471C0D4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778456" y="5929416"/>
                  <a:ext cx="334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33B8C86-AA2A-882A-4EBF-236D1C3CF1A0}"/>
                    </a:ext>
                  </a:extLst>
                </p14:cNvPr>
                <p14:cNvContentPartPr/>
                <p14:nvPr/>
              </p14:nvContentPartPr>
              <p14:xfrm>
                <a:off x="8804016" y="5943456"/>
                <a:ext cx="90720" cy="237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33B8C86-AA2A-882A-4EBF-236D1C3CF1A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797896" y="5937336"/>
                  <a:ext cx="1029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415BF4A-D9D0-7E9E-26E8-B2919A866B82}"/>
                    </a:ext>
                  </a:extLst>
                </p14:cNvPr>
                <p14:cNvContentPartPr/>
                <p14:nvPr/>
              </p14:nvContentPartPr>
              <p14:xfrm>
                <a:off x="8753256" y="6022296"/>
                <a:ext cx="231840" cy="288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415BF4A-D9D0-7E9E-26E8-B2919A866B8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747136" y="6016176"/>
                  <a:ext cx="244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A75A8B7-CAC9-8049-D531-858F0E44E4AC}"/>
                    </a:ext>
                  </a:extLst>
                </p14:cNvPr>
                <p14:cNvContentPartPr/>
                <p14:nvPr/>
              </p14:nvContentPartPr>
              <p14:xfrm>
                <a:off x="2206656" y="6483096"/>
                <a:ext cx="184320" cy="1180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A75A8B7-CAC9-8049-D531-858F0E44E4A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200536" y="6476976"/>
                  <a:ext cx="196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D0957F1-1459-89AC-857E-6EE8C92C957A}"/>
                    </a:ext>
                  </a:extLst>
                </p14:cNvPr>
                <p14:cNvContentPartPr/>
                <p14:nvPr/>
              </p14:nvContentPartPr>
              <p14:xfrm>
                <a:off x="2432016" y="6497856"/>
                <a:ext cx="133560" cy="1346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D0957F1-1459-89AC-857E-6EE8C92C957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425896" y="6491736"/>
                  <a:ext cx="1458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6AE5FCA-A25B-A502-9FDE-42CD4DC1C3C8}"/>
                    </a:ext>
                  </a:extLst>
                </p14:cNvPr>
                <p14:cNvContentPartPr/>
                <p14:nvPr/>
              </p14:nvContentPartPr>
              <p14:xfrm>
                <a:off x="2872656" y="6357456"/>
                <a:ext cx="549720" cy="246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6AE5FCA-A25B-A502-9FDE-42CD4DC1C3C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866536" y="6351336"/>
                  <a:ext cx="5619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5BD2170-F94B-4F21-0BD0-39D4B2659635}"/>
                    </a:ext>
                  </a:extLst>
                </p14:cNvPr>
                <p14:cNvContentPartPr/>
                <p14:nvPr/>
              </p14:nvContentPartPr>
              <p14:xfrm>
                <a:off x="3602376" y="6438816"/>
                <a:ext cx="356400" cy="1735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5BD2170-F94B-4F21-0BD0-39D4B265963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596256" y="6432696"/>
                  <a:ext cx="3686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742F179-84CC-D0F9-4A20-7A3A91F00159}"/>
                    </a:ext>
                  </a:extLst>
                </p14:cNvPr>
                <p14:cNvContentPartPr/>
                <p14:nvPr/>
              </p14:nvContentPartPr>
              <p14:xfrm>
                <a:off x="4032216" y="6473736"/>
                <a:ext cx="625320" cy="1440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742F179-84CC-D0F9-4A20-7A3A91F0015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026096" y="6467616"/>
                  <a:ext cx="6375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3B1AE8A-F690-D702-BCF6-3769E4065124}"/>
                    </a:ext>
                  </a:extLst>
                </p14:cNvPr>
                <p14:cNvContentPartPr/>
                <p14:nvPr/>
              </p14:nvContentPartPr>
              <p14:xfrm>
                <a:off x="4405896" y="6394176"/>
                <a:ext cx="74880" cy="619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3B1AE8A-F690-D702-BCF6-3769E406512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399776" y="6388056"/>
                  <a:ext cx="871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70A1C3A-6D16-C7FC-36B9-E3F7EAF86085}"/>
                    </a:ext>
                  </a:extLst>
                </p14:cNvPr>
                <p14:cNvContentPartPr/>
                <p14:nvPr/>
              </p14:nvContentPartPr>
              <p14:xfrm>
                <a:off x="5028696" y="6422976"/>
                <a:ext cx="28080" cy="175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70A1C3A-6D16-C7FC-36B9-E3F7EAF8608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022576" y="6416856"/>
                  <a:ext cx="40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C1526F1-B130-7E1B-C3F8-06A7259B703C}"/>
                    </a:ext>
                  </a:extLst>
                </p14:cNvPr>
                <p14:cNvContentPartPr/>
                <p14:nvPr/>
              </p14:nvContentPartPr>
              <p14:xfrm>
                <a:off x="4989456" y="6399216"/>
                <a:ext cx="125640" cy="568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C1526F1-B130-7E1B-C3F8-06A7259B703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83336" y="6393096"/>
                  <a:ext cx="1378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7C9BB13-30E0-21C7-BFCE-A4FA666BC78B}"/>
                    </a:ext>
                  </a:extLst>
                </p14:cNvPr>
                <p14:cNvContentPartPr/>
                <p14:nvPr/>
              </p14:nvContentPartPr>
              <p14:xfrm>
                <a:off x="5050296" y="6386616"/>
                <a:ext cx="1046520" cy="243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7C9BB13-30E0-21C7-BFCE-A4FA666BC78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044176" y="6380496"/>
                  <a:ext cx="10587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675B73F-3ACC-D963-FCA0-7A33F634AF91}"/>
                    </a:ext>
                  </a:extLst>
                </p14:cNvPr>
                <p14:cNvContentPartPr/>
                <p14:nvPr/>
              </p14:nvContentPartPr>
              <p14:xfrm>
                <a:off x="6280416" y="6518016"/>
                <a:ext cx="297000" cy="1112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675B73F-3ACC-D963-FCA0-7A33F634AF9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274296" y="6511896"/>
                  <a:ext cx="3092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22302C8-426F-63D1-93CF-67BE3971CD21}"/>
                    </a:ext>
                  </a:extLst>
                </p14:cNvPr>
                <p14:cNvContentPartPr/>
                <p14:nvPr/>
              </p14:nvContentPartPr>
              <p14:xfrm>
                <a:off x="6431616" y="6381216"/>
                <a:ext cx="51840" cy="838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22302C8-426F-63D1-93CF-67BE3971CD2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425496" y="6375096"/>
                  <a:ext cx="640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E04DAD1-E26B-4714-9E2A-18DA36BD0909}"/>
                    </a:ext>
                  </a:extLst>
                </p14:cNvPr>
                <p14:cNvContentPartPr/>
                <p14:nvPr/>
              </p14:nvContentPartPr>
              <p14:xfrm>
                <a:off x="6921576" y="6498576"/>
                <a:ext cx="64800" cy="2289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E04DAD1-E26B-4714-9E2A-18DA36BD090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915456" y="6492456"/>
                  <a:ext cx="770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94C0909-91C5-4209-6396-31F9F7BC0152}"/>
                    </a:ext>
                  </a:extLst>
                </p14:cNvPr>
                <p14:cNvContentPartPr/>
                <p14:nvPr/>
              </p14:nvContentPartPr>
              <p14:xfrm>
                <a:off x="6923736" y="6440256"/>
                <a:ext cx="184680" cy="1526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94C0909-91C5-4209-6396-31F9F7BC015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917616" y="6434136"/>
                  <a:ext cx="196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94F017A-F6CC-ADE7-E2AF-E592BCF569C8}"/>
                    </a:ext>
                  </a:extLst>
                </p14:cNvPr>
                <p14:cNvContentPartPr/>
                <p14:nvPr/>
              </p14:nvContentPartPr>
              <p14:xfrm>
                <a:off x="6943896" y="6392376"/>
                <a:ext cx="888480" cy="2566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94F017A-F6CC-ADE7-E2AF-E592BCF569C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937776" y="6386256"/>
                  <a:ext cx="9007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EB5AEB5-ED38-0E56-EBD7-E29230B10789}"/>
                    </a:ext>
                  </a:extLst>
                </p14:cNvPr>
                <p14:cNvContentPartPr/>
                <p14:nvPr/>
              </p14:nvContentPartPr>
              <p14:xfrm>
                <a:off x="7455456" y="6428016"/>
                <a:ext cx="119880" cy="39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EB5AEB5-ED38-0E56-EBD7-E29230B1078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449336" y="6421896"/>
                  <a:ext cx="1321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6CFA65D-4D16-7CBB-A22B-9C5EB036A8E8}"/>
                    </a:ext>
                  </a:extLst>
                </p14:cNvPr>
                <p14:cNvContentPartPr/>
                <p14:nvPr/>
              </p14:nvContentPartPr>
              <p14:xfrm>
                <a:off x="8120736" y="6601896"/>
                <a:ext cx="72360" cy="194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6CFA65D-4D16-7CBB-A22B-9C5EB036A8E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114616" y="6595776"/>
                  <a:ext cx="84600" cy="3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51094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14257-C33E-DEA9-42DD-6950D62F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2BF6F1-31C6-E58C-25EA-3A39B6D2E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9FA6D1-EF78-130D-509C-1669326E2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5A1D2-53B5-BE7D-8026-ED4DE1C3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2" y="584791"/>
            <a:ext cx="9932896" cy="1148665"/>
          </a:xfrm>
        </p:spPr>
        <p:txBody>
          <a:bodyPr>
            <a:normAutofit/>
          </a:bodyPr>
          <a:lstStyle/>
          <a:p>
            <a:r>
              <a:rPr lang="en-US" dirty="0"/>
              <a:t>Strategy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48D05E-28B2-2FCD-5FB1-821D30EC5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C7D811-96D8-C7F2-C0FF-39823662F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9745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9D108B-8A13-032C-51D2-E19AF47EC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313983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B3208F-87B4-2D14-A99A-24F96A9D3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85530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A068C98-7567-CDDE-B0CC-F63C59378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14436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FCBFEB-6265-668C-918B-609C5731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45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588E-D4E4-5B69-6297-30F3E6913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C7F40E-8C6A-9EE3-E954-19A215DFB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002F39-8C34-3181-4C11-E308DAA6F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C7F0E9-FEE6-61CF-AAE1-CCD97FC7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2" y="584791"/>
            <a:ext cx="9932896" cy="1148665"/>
          </a:xfrm>
        </p:spPr>
        <p:txBody>
          <a:bodyPr>
            <a:normAutofit/>
          </a:bodyPr>
          <a:lstStyle/>
          <a:p>
            <a:r>
              <a:rPr lang="en-US" dirty="0"/>
              <a:t>Strategy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9177A9-E901-E1D7-A478-52E54E71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37E19D-8312-74E2-7A9B-5764EDC17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9745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CDF0A9-7CEE-C274-D8C9-9BCDCC792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313983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05DA56-A9C8-43E3-F5B3-7F721EAAD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85530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3B7EB6-F800-784E-DFD0-7DB164280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14436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E6EC4A-583C-36FC-0C16-FA368D787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51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12275-1D71-16C2-4D7B-3F088F4FF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047204-F3D1-19A9-6945-77DD82AF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F43134-151B-96C4-108E-DE20AC347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762CD-1167-87C2-8C80-4FB9BAC3C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2" y="584791"/>
            <a:ext cx="9932896" cy="1148665"/>
          </a:xfrm>
        </p:spPr>
        <p:txBody>
          <a:bodyPr>
            <a:normAutofit/>
          </a:bodyPr>
          <a:lstStyle/>
          <a:p>
            <a:r>
              <a:rPr lang="en-US" dirty="0"/>
              <a:t>Strategy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9FC3BA-B49F-462A-E887-D228D5344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AC2717E-17BE-C590-3114-5375338E7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9745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666CC8-567B-D12F-13ED-72368C7C6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313983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BAA6E7-9BCE-C0B8-1842-F70100EF4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85530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D73EF9-9032-0CF2-E476-D52BCF9A6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14436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2FBA5F-536A-EA3F-1BEB-2A59AC000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03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A382E-3339-7AAD-0413-F3E3CA304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A03AFB-6519-B1B2-28FB-0884692F5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BEB39C-4556-DF80-E889-89761EE27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1EE710-90F7-B47B-8430-D52CD589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2" y="584791"/>
            <a:ext cx="9932896" cy="1148665"/>
          </a:xfrm>
        </p:spPr>
        <p:txBody>
          <a:bodyPr>
            <a:normAutofit/>
          </a:bodyPr>
          <a:lstStyle/>
          <a:p>
            <a:r>
              <a:rPr lang="en-US" dirty="0"/>
              <a:t>Strategy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F29B2D-7115-F9CF-F0B2-6D85AAD9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5D5387-A879-3816-A462-5BF862055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9745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D191FE-9924-462E-63E2-42687F144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313983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7078A90-2E03-E4C4-E076-A260DA466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85530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4C88AF-368E-6821-84C7-A5A849A2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14436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03C385-A3C8-66DD-40BC-79A8B05D6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342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1EF10-5812-6D9A-E77E-4F730E1B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D217D9-9513-28C2-D42C-6A861113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7D9D7B-8F87-2CFD-ED60-90FB3A778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0E967B-8D35-98F1-DC1C-B2DAF2C6A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2" y="584791"/>
            <a:ext cx="9932896" cy="1148665"/>
          </a:xfrm>
        </p:spPr>
        <p:txBody>
          <a:bodyPr>
            <a:normAutofit/>
          </a:bodyPr>
          <a:lstStyle/>
          <a:p>
            <a:r>
              <a:rPr lang="en-US" dirty="0"/>
              <a:t>Strategy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0D0606-C330-AD99-3C11-C388C51D1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D3FB34-47CC-22EA-37EF-3C969BB21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9745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541F27-213E-2A43-9114-EB877C23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313983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735330-B4E7-623E-4451-EAA6F5737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85530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8251E9-6B3D-10A2-CC92-17A43E5D3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14436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8B23EB-7F24-4EE8-6801-C5F0892EA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07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3AFAC-E168-FDA5-6936-BFF5DCE2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88C987-0858-34A9-AC23-D6E3AF0AE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DA7ADF-665F-7BF8-EE90-BD8680696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C563B-B1AC-2C84-C583-36E09DED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2" y="584791"/>
            <a:ext cx="9932896" cy="1148665"/>
          </a:xfrm>
        </p:spPr>
        <p:txBody>
          <a:bodyPr>
            <a:normAutofit/>
          </a:bodyPr>
          <a:lstStyle/>
          <a:p>
            <a:r>
              <a:rPr lang="en-US" dirty="0"/>
              <a:t>Strategy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44F1F-21B1-626B-F53C-6793B3AE6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29DF9E-5D10-3419-B2AA-825D36D75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9745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3D4227-A56E-1226-E4FE-8602CE5C7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313983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F637FB5-3232-0963-5A0F-2694DE07A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85530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56A60E-8A75-B74D-1671-3B899576A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14436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719096-3B6A-FE47-9559-D0B2CE850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172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8A3AD-85C5-7D6C-8D7A-C83DB058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D07D02-6AE3-AB23-9793-70DF33424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AD535-EF9B-B460-9CEC-1AD80AED4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65CDDF-C21D-6119-0D4D-68B9C49F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2" y="584791"/>
            <a:ext cx="9932896" cy="1148665"/>
          </a:xfrm>
        </p:spPr>
        <p:txBody>
          <a:bodyPr>
            <a:normAutofit/>
          </a:bodyPr>
          <a:lstStyle/>
          <a:p>
            <a:r>
              <a:rPr lang="en-US" dirty="0"/>
              <a:t>Strategy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2D4D44-F149-3555-E4EB-DE86523B4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064BD7-F352-75DE-228A-3D21EFA67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9745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553740-D586-E71F-0E9E-DEDFAC1EE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1313983"/>
            <a:ext cx="1769035" cy="69557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E66BAC-E6CF-F90B-8BB9-CF7FEE0D2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85530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E611CC-A2EC-E46E-A1A1-EE04598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14436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8C1BA9-BADA-965E-20C4-DC4F8B29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885856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</Words>
  <Application>Microsoft Office PowerPoint</Application>
  <PresentationFormat>Widescreen</PresentationFormat>
  <Paragraphs>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Univers Condensed Light</vt:lpstr>
      <vt:lpstr>Walbaum Display Light</vt:lpstr>
      <vt:lpstr>AngleLinesVTI</vt:lpstr>
      <vt:lpstr>PowerPoint Presentation</vt:lpstr>
      <vt:lpstr>Strategy</vt:lpstr>
      <vt:lpstr>Strategy</vt:lpstr>
      <vt:lpstr>Strategy</vt:lpstr>
      <vt:lpstr>Strategy</vt:lpstr>
      <vt:lpstr>Strategy</vt:lpstr>
      <vt:lpstr>Strategy</vt:lpstr>
      <vt:lpstr>Strategy</vt:lpstr>
      <vt:lpstr>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Patel</dc:creator>
  <cp:lastModifiedBy>Pradeep Patel</cp:lastModifiedBy>
  <cp:revision>1</cp:revision>
  <dcterms:created xsi:type="dcterms:W3CDTF">2025-09-15T05:00:50Z</dcterms:created>
  <dcterms:modified xsi:type="dcterms:W3CDTF">2025-09-15T05:22:21Z</dcterms:modified>
</cp:coreProperties>
</file>